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</p:sldIdLst>
  <p:sldSz cx="43199050" cy="179990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7280" userDrawn="1">
          <p15:clr>
            <a:srgbClr val="A4A3A4"/>
          </p15:clr>
        </p15:guide>
        <p15:guide id="2" orient="horz" pos="566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99" autoAdjust="0"/>
    <p:restoredTop sz="94660"/>
  </p:normalViewPr>
  <p:slideViewPr>
    <p:cSldViewPr snapToGrid="0" showGuides="1">
      <p:cViewPr varScale="1">
        <p:scale>
          <a:sx n="20" d="100"/>
          <a:sy n="20" d="100"/>
        </p:scale>
        <p:origin x="34" y="600"/>
      </p:cViewPr>
      <p:guideLst>
        <p:guide pos="17280"/>
        <p:guide orient="horz" pos="566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247853" y="2400077"/>
            <a:ext cx="34722692" cy="674667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5745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247853" y="9345185"/>
            <a:ext cx="34722692" cy="3864692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6300" spc="200"/>
            </a:lvl1pPr>
            <a:lvl2pPr marL="1199515" indent="0" algn="ctr">
              <a:buNone/>
              <a:defRPr sz="5245"/>
            </a:lvl2pPr>
            <a:lvl3pPr marL="2400300" indent="0" algn="ctr">
              <a:buNone/>
              <a:defRPr sz="4725"/>
            </a:lvl3pPr>
            <a:lvl4pPr marL="3599815" indent="0" algn="ctr">
              <a:buNone/>
              <a:defRPr sz="4200"/>
            </a:lvl4pPr>
            <a:lvl5pPr marL="4799965" indent="0" algn="ctr">
              <a:buNone/>
              <a:defRPr sz="4200"/>
            </a:lvl5pPr>
            <a:lvl6pPr marL="6000115" indent="0" algn="ctr">
              <a:buNone/>
              <a:defRPr sz="4200"/>
            </a:lvl6pPr>
            <a:lvl7pPr marL="7200265" indent="0" algn="ctr">
              <a:buNone/>
              <a:defRPr sz="4200"/>
            </a:lvl7pPr>
            <a:lvl8pPr marL="8399780" indent="0" algn="ctr">
              <a:buNone/>
              <a:defRPr sz="4200"/>
            </a:lvl8pPr>
            <a:lvl9pPr marL="9600565" indent="0" algn="ctr">
              <a:buNone/>
              <a:defRPr sz="4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155827" y="1596902"/>
            <a:ext cx="38868495" cy="185202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155827" y="3911941"/>
            <a:ext cx="38868495" cy="1249174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7054243" y="10101118"/>
            <a:ext cx="27528130" cy="2012663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11545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7054243" y="12113781"/>
            <a:ext cx="27528130" cy="2277239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47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19951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2pPr>
            <a:lvl3pPr marL="240030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3pPr>
            <a:lvl4pPr marL="359981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4pPr>
            <a:lvl5pPr marL="479996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5pPr>
            <a:lvl6pPr marL="600011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6pPr>
            <a:lvl7pPr marL="720026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7pPr>
            <a:lvl8pPr marL="839978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8pPr>
            <a:lvl9pPr marL="960056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155827" y="1596902"/>
            <a:ext cx="38868495" cy="185202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2155821" y="3940286"/>
            <a:ext cx="18343583" cy="12463394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22719006" y="3940286"/>
            <a:ext cx="18343583" cy="12463394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155827" y="1596902"/>
            <a:ext cx="38868495" cy="185202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2155818" y="3751307"/>
            <a:ext cx="18930373" cy="100160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524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199515" indent="0">
              <a:buNone/>
              <a:defRPr sz="5245" b="1"/>
            </a:lvl2pPr>
            <a:lvl3pPr marL="2400300" indent="0">
              <a:buNone/>
              <a:defRPr sz="4725" b="1"/>
            </a:lvl3pPr>
            <a:lvl4pPr marL="3599815" indent="0">
              <a:buNone/>
              <a:defRPr sz="4200" b="1"/>
            </a:lvl4pPr>
            <a:lvl5pPr marL="4799965" indent="0">
              <a:buNone/>
              <a:defRPr sz="4200" b="1"/>
            </a:lvl5pPr>
            <a:lvl6pPr marL="6000115" indent="0">
              <a:buNone/>
              <a:defRPr sz="4200" b="1"/>
            </a:lvl6pPr>
            <a:lvl7pPr marL="7200265" indent="0">
              <a:buNone/>
              <a:defRPr sz="4200" b="1"/>
            </a:lvl7pPr>
            <a:lvl8pPr marL="8399780" indent="0">
              <a:buNone/>
              <a:defRPr sz="4200" b="1"/>
            </a:lvl8pPr>
            <a:lvl9pPr marL="9600565" indent="0">
              <a:buNone/>
              <a:defRPr sz="4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2155818" y="4866299"/>
            <a:ext cx="18930373" cy="11537381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22095892" y="3731697"/>
            <a:ext cx="18930373" cy="100160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524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199515" indent="0">
              <a:buNone/>
              <a:defRPr sz="5245" b="1"/>
            </a:lvl2pPr>
            <a:lvl3pPr marL="2400300" indent="0">
              <a:buNone/>
              <a:defRPr sz="4725" b="1"/>
            </a:lvl3pPr>
            <a:lvl4pPr marL="3599815" indent="0">
              <a:buNone/>
              <a:defRPr sz="4200" b="1"/>
            </a:lvl4pPr>
            <a:lvl5pPr marL="4799965" indent="0">
              <a:buNone/>
              <a:defRPr sz="4200" b="1"/>
            </a:lvl5pPr>
            <a:lvl6pPr marL="6000115" indent="0">
              <a:buNone/>
              <a:defRPr sz="4200" b="1"/>
            </a:lvl6pPr>
            <a:lvl7pPr marL="7200265" indent="0">
              <a:buNone/>
              <a:defRPr sz="4200" b="1"/>
            </a:lvl7pPr>
            <a:lvl8pPr marL="8399780" indent="0">
              <a:buNone/>
              <a:defRPr sz="4200" b="1"/>
            </a:lvl8pPr>
            <a:lvl9pPr marL="9600565" indent="0">
              <a:buNone/>
              <a:defRPr sz="42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22095892" y="4866299"/>
            <a:ext cx="18930373" cy="11537381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155827" y="1596902"/>
            <a:ext cx="38868495" cy="185202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2155817" y="4082027"/>
            <a:ext cx="18542996" cy="1209487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4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22502142" y="4082027"/>
            <a:ext cx="18522171" cy="1209487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42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36266207" y="2400078"/>
            <a:ext cx="3699332" cy="13200426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7345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3240114" y="2400078"/>
            <a:ext cx="32490337" cy="13200426"/>
          </a:xfrm>
        </p:spPr>
        <p:txBody>
          <a:bodyPr vert="eaVert" lIns="46800" tIns="46800" rIns="46800" bIns="46800"/>
          <a:lstStyle>
            <a:lvl1pPr marL="600075" indent="-600075">
              <a:spcAft>
                <a:spcPts val="1000"/>
              </a:spcAft>
              <a:defRPr spc="300"/>
            </a:lvl1pPr>
            <a:lvl2pPr marL="1800225" indent="-600075">
              <a:defRPr spc="300"/>
            </a:lvl2pPr>
            <a:lvl3pPr marL="2999740" indent="-600075">
              <a:defRPr spc="300"/>
            </a:lvl3pPr>
            <a:lvl4pPr marL="4200525" indent="-600075">
              <a:defRPr spc="300"/>
            </a:lvl4pPr>
            <a:lvl5pPr marL="5400040" indent="-60007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2155817" y="2031568"/>
            <a:ext cx="38881252" cy="1439101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247853" y="6519902"/>
            <a:ext cx="34722692" cy="267410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5745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4247853" y="9345186"/>
            <a:ext cx="34722692" cy="123783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63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2155827" y="1596902"/>
            <a:ext cx="38868495" cy="1852028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2155827" y="3911941"/>
            <a:ext cx="38868495" cy="1249174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2168584" y="16573764"/>
            <a:ext cx="9567237" cy="831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6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14584721" y="16573764"/>
            <a:ext cx="14031948" cy="831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6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31457086" y="16573764"/>
            <a:ext cx="9567237" cy="831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6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400300" rtl="0" eaLnBrk="1" fontAlgn="auto" latinLnBrk="0" hangingPunct="1">
        <a:lnSpc>
          <a:spcPct val="100000"/>
        </a:lnSpc>
        <a:spcBef>
          <a:spcPct val="0"/>
        </a:spcBef>
        <a:buNone/>
        <a:defRPr sz="944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600075" indent="-600075" algn="l" defTabSz="24003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47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800225" indent="-600075" algn="l" defTabSz="240030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4224655" algn="l"/>
          <a:tab pos="4224655" algn="l"/>
          <a:tab pos="4224655" algn="l"/>
          <a:tab pos="4224655" algn="l"/>
        </a:tabLst>
        <a:defRPr sz="4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2999740" indent="-600075" algn="l" defTabSz="240030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4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4200525" indent="-600075" algn="l" defTabSz="240030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36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5400040" indent="-600075" algn="l" defTabSz="240030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36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6600190" indent="-600075" algn="l" defTabSz="2400300" rtl="0" eaLnBrk="1" latinLnBrk="0" hangingPunct="1">
        <a:lnSpc>
          <a:spcPct val="90000"/>
        </a:lnSpc>
        <a:spcBef>
          <a:spcPts val="1315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800340" indent="-600075" algn="l" defTabSz="2400300" rtl="0" eaLnBrk="1" latinLnBrk="0" hangingPunct="1">
        <a:lnSpc>
          <a:spcPct val="90000"/>
        </a:lnSpc>
        <a:spcBef>
          <a:spcPts val="1315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9000490" indent="-600075" algn="l" defTabSz="2400300" rtl="0" eaLnBrk="1" latinLnBrk="0" hangingPunct="1">
        <a:lnSpc>
          <a:spcPct val="90000"/>
        </a:lnSpc>
        <a:spcBef>
          <a:spcPts val="1315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10200005" indent="-600075" algn="l" defTabSz="2400300" rtl="0" eaLnBrk="1" latinLnBrk="0" hangingPunct="1">
        <a:lnSpc>
          <a:spcPct val="90000"/>
        </a:lnSpc>
        <a:spcBef>
          <a:spcPts val="1315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1pPr>
      <a:lvl2pPr marL="119951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3pPr>
      <a:lvl4pPr marL="359981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479996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00011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20026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839978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960056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4.png"/><Relationship Id="rId21" Type="http://schemas.openxmlformats.org/officeDocument/2006/relationships/image" Target="../media/image61.png"/><Relationship Id="rId42" Type="http://schemas.openxmlformats.org/officeDocument/2006/relationships/image" Target="../media/image74.png"/><Relationship Id="rId47" Type="http://schemas.openxmlformats.org/officeDocument/2006/relationships/image" Target="../media/image79.png"/><Relationship Id="rId63" Type="http://schemas.openxmlformats.org/officeDocument/2006/relationships/image" Target="../media/image92.png"/><Relationship Id="rId68" Type="http://schemas.openxmlformats.org/officeDocument/2006/relationships/image" Target="../media/image120.png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29" Type="http://schemas.openxmlformats.org/officeDocument/2006/relationships/image" Target="../media/image3.png"/><Relationship Id="rId11" Type="http://schemas.openxmlformats.org/officeDocument/2006/relationships/tags" Target="../tags/tag73.xml"/><Relationship Id="rId24" Type="http://schemas.openxmlformats.org/officeDocument/2006/relationships/image" Target="../media/image103.png"/><Relationship Id="rId32" Type="http://schemas.openxmlformats.org/officeDocument/2006/relationships/image" Target="../media/image5.png"/><Relationship Id="rId37" Type="http://schemas.openxmlformats.org/officeDocument/2006/relationships/image" Target="../media/image8.png"/><Relationship Id="rId40" Type="http://schemas.openxmlformats.org/officeDocument/2006/relationships/image" Target="../media/image110.png"/><Relationship Id="rId45" Type="http://schemas.openxmlformats.org/officeDocument/2006/relationships/image" Target="../media/image77.png"/><Relationship Id="rId53" Type="http://schemas.openxmlformats.org/officeDocument/2006/relationships/image" Target="../media/image113.png"/><Relationship Id="rId58" Type="http://schemas.openxmlformats.org/officeDocument/2006/relationships/image" Target="../media/image114.png"/><Relationship Id="rId66" Type="http://schemas.openxmlformats.org/officeDocument/2006/relationships/image" Target="../media/image830.png"/><Relationship Id="rId74" Type="http://schemas.openxmlformats.org/officeDocument/2006/relationships/image" Target="../media/image125.png"/><Relationship Id="rId5" Type="http://schemas.openxmlformats.org/officeDocument/2006/relationships/tags" Target="../tags/tag67.xml"/><Relationship Id="rId61" Type="http://schemas.openxmlformats.org/officeDocument/2006/relationships/image" Target="../media/image117.png"/><Relationship Id="rId19" Type="http://schemas.openxmlformats.org/officeDocument/2006/relationships/image" Target="../media/image1.png"/><Relationship Id="rId14" Type="http://schemas.openxmlformats.org/officeDocument/2006/relationships/tags" Target="../tags/tag76.xml"/><Relationship Id="rId22" Type="http://schemas.openxmlformats.org/officeDocument/2006/relationships/image" Target="../media/image62.png"/><Relationship Id="rId27" Type="http://schemas.openxmlformats.org/officeDocument/2006/relationships/image" Target="../media/image105.png"/><Relationship Id="rId30" Type="http://schemas.openxmlformats.org/officeDocument/2006/relationships/image" Target="../media/image4.svg"/><Relationship Id="rId35" Type="http://schemas.openxmlformats.org/officeDocument/2006/relationships/image" Target="../media/image108.png"/><Relationship Id="rId43" Type="http://schemas.openxmlformats.org/officeDocument/2006/relationships/image" Target="../media/image112.png"/><Relationship Id="rId48" Type="http://schemas.openxmlformats.org/officeDocument/2006/relationships/image" Target="../media/image80.png"/><Relationship Id="rId56" Type="http://schemas.openxmlformats.org/officeDocument/2006/relationships/image" Target="../media/image10.png"/><Relationship Id="rId64" Type="http://schemas.openxmlformats.org/officeDocument/2006/relationships/image" Target="../media/image118.png"/><Relationship Id="rId69" Type="http://schemas.openxmlformats.org/officeDocument/2006/relationships/image" Target="../media/image121.png"/><Relationship Id="rId8" Type="http://schemas.openxmlformats.org/officeDocument/2006/relationships/tags" Target="../tags/tag70.xml"/><Relationship Id="rId51" Type="http://schemas.openxmlformats.org/officeDocument/2006/relationships/image" Target="../media/image83.png"/><Relationship Id="rId72" Type="http://schemas.openxmlformats.org/officeDocument/2006/relationships/image" Target="../media/image123.png"/><Relationship Id="rId3" Type="http://schemas.openxmlformats.org/officeDocument/2006/relationships/tags" Target="../tags/tag65.xml"/><Relationship Id="rId12" Type="http://schemas.openxmlformats.org/officeDocument/2006/relationships/tags" Target="../tags/tag74.xml"/><Relationship Id="rId17" Type="http://schemas.openxmlformats.org/officeDocument/2006/relationships/tags" Target="../tags/tag79.xml"/><Relationship Id="rId25" Type="http://schemas.openxmlformats.org/officeDocument/2006/relationships/image" Target="../media/image64.png"/><Relationship Id="rId33" Type="http://schemas.openxmlformats.org/officeDocument/2006/relationships/image" Target="../media/image6.svg"/><Relationship Id="rId38" Type="http://schemas.openxmlformats.org/officeDocument/2006/relationships/image" Target="../media/image109.png"/><Relationship Id="rId46" Type="http://schemas.openxmlformats.org/officeDocument/2006/relationships/image" Target="../media/image78.png"/><Relationship Id="rId59" Type="http://schemas.openxmlformats.org/officeDocument/2006/relationships/image" Target="../media/image115.png"/><Relationship Id="rId67" Type="http://schemas.openxmlformats.org/officeDocument/2006/relationships/image" Target="../media/image95.png"/><Relationship Id="rId20" Type="http://schemas.openxmlformats.org/officeDocument/2006/relationships/image" Target="../media/image2.png"/><Relationship Id="rId41" Type="http://schemas.openxmlformats.org/officeDocument/2006/relationships/image" Target="../media/image111.png"/><Relationship Id="rId54" Type="http://schemas.openxmlformats.org/officeDocument/2006/relationships/image" Target="../media/image86.png"/><Relationship Id="rId62" Type="http://schemas.openxmlformats.org/officeDocument/2006/relationships/image" Target="../media/image91.png"/><Relationship Id="rId70" Type="http://schemas.openxmlformats.org/officeDocument/2006/relationships/image" Target="../media/image98.png"/><Relationship Id="rId75" Type="http://schemas.openxmlformats.org/officeDocument/2006/relationships/image" Target="../media/image126.png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5" Type="http://schemas.openxmlformats.org/officeDocument/2006/relationships/tags" Target="../tags/tag77.xml"/><Relationship Id="rId23" Type="http://schemas.openxmlformats.org/officeDocument/2006/relationships/image" Target="../media/image102.png"/><Relationship Id="rId28" Type="http://schemas.openxmlformats.org/officeDocument/2006/relationships/image" Target="../media/image106.png"/><Relationship Id="rId36" Type="http://schemas.openxmlformats.org/officeDocument/2006/relationships/image" Target="../media/image7.png"/><Relationship Id="rId49" Type="http://schemas.openxmlformats.org/officeDocument/2006/relationships/image" Target="../media/image81.png"/><Relationship Id="rId57" Type="http://schemas.openxmlformats.org/officeDocument/2006/relationships/image" Target="../media/image11.png"/><Relationship Id="rId10" Type="http://schemas.openxmlformats.org/officeDocument/2006/relationships/tags" Target="../tags/tag72.xml"/><Relationship Id="rId31" Type="http://schemas.openxmlformats.org/officeDocument/2006/relationships/image" Target="../media/image107.png"/><Relationship Id="rId44" Type="http://schemas.openxmlformats.org/officeDocument/2006/relationships/image" Target="../media/image76.png"/><Relationship Id="rId52" Type="http://schemas.openxmlformats.org/officeDocument/2006/relationships/image" Target="../media/image84.png"/><Relationship Id="rId60" Type="http://schemas.openxmlformats.org/officeDocument/2006/relationships/image" Target="../media/image116.png"/><Relationship Id="rId65" Type="http://schemas.openxmlformats.org/officeDocument/2006/relationships/image" Target="../media/image119.png"/><Relationship Id="rId73" Type="http://schemas.openxmlformats.org/officeDocument/2006/relationships/image" Target="../media/image124.png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3" Type="http://schemas.openxmlformats.org/officeDocument/2006/relationships/tags" Target="../tags/tag75.xml"/><Relationship Id="rId18" Type="http://schemas.openxmlformats.org/officeDocument/2006/relationships/slideLayout" Target="../slideLayouts/slideLayout1.xml"/><Relationship Id="rId39" Type="http://schemas.openxmlformats.org/officeDocument/2006/relationships/image" Target="../media/image71.png"/><Relationship Id="rId34" Type="http://schemas.openxmlformats.org/officeDocument/2006/relationships/image" Target="../media/image67.png"/><Relationship Id="rId50" Type="http://schemas.openxmlformats.org/officeDocument/2006/relationships/image" Target="../media/image82.png"/><Relationship Id="rId55" Type="http://schemas.openxmlformats.org/officeDocument/2006/relationships/image" Target="../media/image9.png"/><Relationship Id="rId76" Type="http://schemas.openxmlformats.org/officeDocument/2006/relationships/image" Target="../media/image127.png"/><Relationship Id="rId7" Type="http://schemas.openxmlformats.org/officeDocument/2006/relationships/tags" Target="../tags/tag69.xml"/><Relationship Id="rId71" Type="http://schemas.openxmlformats.org/officeDocument/2006/relationships/image" Target="../media/image1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9C60B-F564-EDA6-34A0-8042B59D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圆角矩形 44">
            <a:extLst>
              <a:ext uri="{FF2B5EF4-FFF2-40B4-BE49-F238E27FC236}">
                <a16:creationId xmlns:a16="http://schemas.microsoft.com/office/drawing/2014/main" id="{BC38C93E-1CFB-A346-29EC-7714DF45B9C0}"/>
              </a:ext>
            </a:extLst>
          </p:cNvPr>
          <p:cNvSpPr/>
          <p:nvPr/>
        </p:nvSpPr>
        <p:spPr>
          <a:xfrm>
            <a:off x="47008" y="1063766"/>
            <a:ext cx="42833557" cy="16340331"/>
          </a:xfrm>
          <a:prstGeom prst="roundRect">
            <a:avLst>
              <a:gd name="adj" fmla="val 4182"/>
            </a:avLst>
          </a:prstGeom>
          <a:solidFill>
            <a:schemeClr val="bg1"/>
          </a:solidFill>
          <a:ln w="63500" cmpd="sng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圆角矩形 444">
            <a:extLst>
              <a:ext uri="{FF2B5EF4-FFF2-40B4-BE49-F238E27FC236}">
                <a16:creationId xmlns:a16="http://schemas.microsoft.com/office/drawing/2014/main" id="{953D7D77-54F2-634C-754B-DD4E738B1E81}"/>
              </a:ext>
            </a:extLst>
          </p:cNvPr>
          <p:cNvSpPr/>
          <p:nvPr/>
        </p:nvSpPr>
        <p:spPr>
          <a:xfrm>
            <a:off x="13419458" y="10297103"/>
            <a:ext cx="17771744" cy="6890385"/>
          </a:xfrm>
          <a:prstGeom prst="roundRect">
            <a:avLst>
              <a:gd name="adj" fmla="val 7668"/>
            </a:avLst>
          </a:prstGeom>
          <a:solidFill>
            <a:schemeClr val="accent3">
              <a:lumMod val="20000"/>
              <a:lumOff val="8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DE5388D8-4265-7238-B5E3-0E3108093FCD}"/>
              </a:ext>
            </a:extLst>
          </p:cNvPr>
          <p:cNvSpPr/>
          <p:nvPr/>
        </p:nvSpPr>
        <p:spPr>
          <a:xfrm>
            <a:off x="19758676" y="14401106"/>
            <a:ext cx="3085465" cy="149288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p:cxnSp>
        <p:nvCxnSpPr>
          <p:cNvPr id="642" name="肘形连接符 641">
            <a:extLst>
              <a:ext uri="{FF2B5EF4-FFF2-40B4-BE49-F238E27FC236}">
                <a16:creationId xmlns:a16="http://schemas.microsoft.com/office/drawing/2014/main" id="{1E05EBE4-5240-6593-07D3-EA375E42E151}"/>
              </a:ext>
            </a:extLst>
          </p:cNvPr>
          <p:cNvCxnSpPr>
            <a:stCxn id="540" idx="0"/>
          </p:cNvCxnSpPr>
          <p:nvPr/>
        </p:nvCxnSpPr>
        <p:spPr>
          <a:xfrm rot="16200000">
            <a:off x="21978636" y="10449560"/>
            <a:ext cx="281305" cy="1846580"/>
          </a:xfrm>
          <a:prstGeom prst="bentConnector2">
            <a:avLst/>
          </a:prstGeom>
          <a:ln w="28575" cmpd="sng">
            <a:solidFill>
              <a:schemeClr val="accent1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63629B3D-0E3F-995D-BB19-8EE07FDA46F6}"/>
              </a:ext>
            </a:extLst>
          </p:cNvPr>
          <p:cNvSpPr/>
          <p:nvPr/>
        </p:nvSpPr>
        <p:spPr>
          <a:xfrm>
            <a:off x="19780268" y="11429308"/>
            <a:ext cx="3085465" cy="149288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1AD7778E-9A9C-93E1-1FB0-42BA49A5DA48}"/>
              </a:ext>
            </a:extLst>
          </p:cNvPr>
          <p:cNvSpPr>
            <a:spLocks noChangeAspect="1"/>
          </p:cNvSpPr>
          <p:nvPr/>
        </p:nvSpPr>
        <p:spPr>
          <a:xfrm>
            <a:off x="33869161" y="1210981"/>
            <a:ext cx="7620737" cy="7620737"/>
          </a:xfrm>
          <a:prstGeom prst="ellipse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 w="63500" cmpd="sng">
            <a:solidFill>
              <a:srgbClr val="002060">
                <a:alpha val="30000"/>
              </a:srgb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4CA73B44-D243-5060-7638-4DDA87CCB5A1}"/>
              </a:ext>
            </a:extLst>
          </p:cNvPr>
          <p:cNvSpPr/>
          <p:nvPr/>
        </p:nvSpPr>
        <p:spPr>
          <a:xfrm>
            <a:off x="33509116" y="1033272"/>
            <a:ext cx="8534399" cy="7798434"/>
          </a:xfrm>
          <a:prstGeom prst="roundRect">
            <a:avLst>
              <a:gd name="adj" fmla="val 6896"/>
            </a:avLst>
          </a:prstGeom>
          <a:noFill/>
          <a:ln w="28575" cmpd="sng">
            <a:noFill/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841DFDB-DCE4-CF05-7DF6-1A1F040CB3DE}"/>
              </a:ext>
            </a:extLst>
          </p:cNvPr>
          <p:cNvCxnSpPr>
            <a:stCxn id="413" idx="3"/>
            <a:endCxn id="425" idx="1"/>
          </p:cNvCxnSpPr>
          <p:nvPr/>
        </p:nvCxnSpPr>
        <p:spPr>
          <a:xfrm>
            <a:off x="33041251" y="5412762"/>
            <a:ext cx="2411586" cy="159717"/>
          </a:xfrm>
          <a:prstGeom prst="line">
            <a:avLst/>
          </a:prstGeom>
          <a:ln w="50800" cmpd="sng">
            <a:solidFill>
              <a:schemeClr val="tx1"/>
            </a:solidFill>
            <a:prstDash val="solid"/>
            <a:head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1" name="图片 60" descr="molecule node">
            <a:extLst>
              <a:ext uri="{FF2B5EF4-FFF2-40B4-BE49-F238E27FC236}">
                <a16:creationId xmlns:a16="http://schemas.microsoft.com/office/drawing/2014/main" id="{B4B276BA-0F0F-E190-00E7-C81C11172F7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21562" y="12812971"/>
            <a:ext cx="995045" cy="995045"/>
          </a:xfrm>
          <a:prstGeom prst="rect">
            <a:avLst/>
          </a:prstGeom>
        </p:spPr>
      </p:pic>
      <p:sp>
        <p:nvSpPr>
          <p:cNvPr id="62" name="圆角矩形 61">
            <a:extLst>
              <a:ext uri="{FF2B5EF4-FFF2-40B4-BE49-F238E27FC236}">
                <a16:creationId xmlns:a16="http://schemas.microsoft.com/office/drawing/2014/main" id="{69A50ED8-A41D-90B3-CC01-760C3C4BF92B}"/>
              </a:ext>
            </a:extLst>
          </p:cNvPr>
          <p:cNvSpPr/>
          <p:nvPr/>
        </p:nvSpPr>
        <p:spPr>
          <a:xfrm>
            <a:off x="13928740" y="1429978"/>
            <a:ext cx="17749519" cy="7363459"/>
          </a:xfrm>
          <a:prstGeom prst="roundRect">
            <a:avLst>
              <a:gd name="adj" fmla="val 7668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 w="28575" cmpd="sng">
            <a:solidFill>
              <a:schemeClr val="tx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EC9B5304-EBD0-81E9-018C-2AD993B9B4EE}"/>
              </a:ext>
            </a:extLst>
          </p:cNvPr>
          <p:cNvSpPr/>
          <p:nvPr/>
        </p:nvSpPr>
        <p:spPr>
          <a:xfrm>
            <a:off x="13686158" y="1586188"/>
            <a:ext cx="17747614" cy="7363459"/>
          </a:xfrm>
          <a:prstGeom prst="roundRect">
            <a:avLst>
              <a:gd name="adj" fmla="val 7668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28575" cmpd="sng">
            <a:solidFill>
              <a:schemeClr val="tx1">
                <a:alpha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8A835865-F621-52FF-6931-9CD57804AE4F}"/>
              </a:ext>
            </a:extLst>
          </p:cNvPr>
          <p:cNvSpPr/>
          <p:nvPr/>
        </p:nvSpPr>
        <p:spPr>
          <a:xfrm>
            <a:off x="13423915" y="1754463"/>
            <a:ext cx="17767299" cy="7363459"/>
          </a:xfrm>
          <a:prstGeom prst="roundRect">
            <a:avLst>
              <a:gd name="adj" fmla="val 7668"/>
            </a:avLst>
          </a:prstGeom>
          <a:solidFill>
            <a:schemeClr val="accent1">
              <a:lumMod val="20000"/>
              <a:lumOff val="80000"/>
            </a:schemeClr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4" name="图片 103" descr="target node">
            <a:extLst>
              <a:ext uri="{FF2B5EF4-FFF2-40B4-BE49-F238E27FC236}">
                <a16:creationId xmlns:a16="http://schemas.microsoft.com/office/drawing/2014/main" id="{0E58AC23-C307-C267-F260-04783951357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07091" y="2731079"/>
            <a:ext cx="1079500" cy="1079500"/>
          </a:xfrm>
          <a:prstGeom prst="rect">
            <a:avLst/>
          </a:prstGeom>
        </p:spPr>
      </p:pic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D26B6BB4-789F-D73E-7210-7031339A378F}"/>
              </a:ext>
            </a:extLst>
          </p:cNvPr>
          <p:cNvSpPr/>
          <p:nvPr/>
        </p:nvSpPr>
        <p:spPr>
          <a:xfrm>
            <a:off x="13599812" y="2729190"/>
            <a:ext cx="1553845" cy="108013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rgbClr val="0070C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57596C71-DB68-1DA0-0A06-A7EC9389B907}"/>
                  </a:ext>
                </a:extLst>
              </p:cNvPr>
              <p:cNvSpPr txBox="1"/>
              <p:nvPr/>
            </p:nvSpPr>
            <p:spPr>
              <a:xfrm>
                <a:off x="13599812" y="2933660"/>
                <a:ext cx="1553845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57596C71-DB68-1DA0-0A06-A7EC9389B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9812" y="2933660"/>
                <a:ext cx="1553845" cy="657225"/>
              </a:xfrm>
              <a:prstGeom prst="rect">
                <a:avLst/>
              </a:prstGeom>
              <a:blipFill>
                <a:blip r:embed="rId21"/>
                <a:stretch>
                  <a:fillRect b="-10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圆角矩形 106">
            <a:extLst>
              <a:ext uri="{FF2B5EF4-FFF2-40B4-BE49-F238E27FC236}">
                <a16:creationId xmlns:a16="http://schemas.microsoft.com/office/drawing/2014/main" id="{8134E010-0E1B-E0F7-8174-6B504E677503}"/>
              </a:ext>
            </a:extLst>
          </p:cNvPr>
          <p:cNvSpPr/>
          <p:nvPr/>
        </p:nvSpPr>
        <p:spPr>
          <a:xfrm>
            <a:off x="13597907" y="4877395"/>
            <a:ext cx="1553845" cy="108013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E9EEB11D-DBD4-B0F8-C648-4E091D9EFB0D}"/>
                  </a:ext>
                </a:extLst>
              </p:cNvPr>
              <p:cNvSpPr txBox="1"/>
              <p:nvPr/>
            </p:nvSpPr>
            <p:spPr>
              <a:xfrm>
                <a:off x="13597907" y="5081865"/>
                <a:ext cx="1553845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E9EEB11D-DBD4-B0F8-C648-4E091D9EF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7907" y="5081865"/>
                <a:ext cx="1553845" cy="657225"/>
              </a:xfrm>
              <a:prstGeom prst="rect">
                <a:avLst/>
              </a:prstGeom>
              <a:blipFill>
                <a:blip r:embed="rId2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圆角矩形 115">
            <a:extLst>
              <a:ext uri="{FF2B5EF4-FFF2-40B4-BE49-F238E27FC236}">
                <a16:creationId xmlns:a16="http://schemas.microsoft.com/office/drawing/2014/main" id="{48FC2A0B-C3D7-35BE-8024-3DC67DE01CBB}"/>
              </a:ext>
            </a:extLst>
          </p:cNvPr>
          <p:cNvSpPr/>
          <p:nvPr/>
        </p:nvSpPr>
        <p:spPr>
          <a:xfrm>
            <a:off x="13580764" y="7046557"/>
            <a:ext cx="1553845" cy="108013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91783A34-4B70-DF35-5689-1661BA9C826F}"/>
                  </a:ext>
                </a:extLst>
              </p:cNvPr>
              <p:cNvSpPr txBox="1"/>
              <p:nvPr/>
            </p:nvSpPr>
            <p:spPr>
              <a:xfrm>
                <a:off x="13580764" y="7181324"/>
                <a:ext cx="1553845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 xmlns="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91783A34-4B70-DF35-5689-1661BA9C8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0764" y="7181324"/>
                <a:ext cx="1553845" cy="657225"/>
              </a:xfrm>
              <a:prstGeom prst="rect">
                <a:avLst/>
              </a:prstGeom>
              <a:blipFill>
                <a:blip r:embed="rId23"/>
                <a:stretch>
                  <a:fillRect b="-10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6D925DAD-5736-D9BE-C76E-9FA01DA977B6}"/>
              </a:ext>
            </a:extLst>
          </p:cNvPr>
          <p:cNvGrpSpPr/>
          <p:nvPr/>
        </p:nvGrpSpPr>
        <p:grpSpPr>
          <a:xfrm>
            <a:off x="21364106" y="1915755"/>
            <a:ext cx="1560034" cy="1080135"/>
            <a:chOff x="36654" y="-99"/>
            <a:chExt cx="3277" cy="2269"/>
          </a:xfrm>
        </p:grpSpPr>
        <p:sp>
          <p:nvSpPr>
            <p:cNvPr id="130" name="圆角矩形 129">
              <a:extLst>
                <a:ext uri="{FF2B5EF4-FFF2-40B4-BE49-F238E27FC236}">
                  <a16:creationId xmlns:a16="http://schemas.microsoft.com/office/drawing/2014/main" id="{5BA22261-0B58-2785-F756-C89EC787444C}"/>
                </a:ext>
              </a:extLst>
            </p:cNvPr>
            <p:cNvSpPr/>
            <p:nvPr/>
          </p:nvSpPr>
          <p:spPr>
            <a:xfrm>
              <a:off x="36667" y="-99"/>
              <a:ext cx="3264" cy="2269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7717CA4E-44FC-94D7-E066-5A6830549724}"/>
                    </a:ext>
                  </a:extLst>
                </p:cNvPr>
                <p:cNvSpPr txBox="1"/>
                <p:nvPr/>
              </p:nvSpPr>
              <p:spPr>
                <a:xfrm>
                  <a:off x="36654" y="223"/>
                  <a:ext cx="2919" cy="13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l-GR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b>
                          <m:sup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𝑉</m:t>
                            </m:r>
                          </m:sup>
                        </m:sSubSup>
                      </m:oMath>
                    </m:oMathPara>
                  </a14:m>
                  <a:endParaRPr lang="en-US" altLang="zh-CN" sz="4000" dirty="0"/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7717CA4E-44FC-94D7-E066-5A68305497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54" y="223"/>
                  <a:ext cx="2919" cy="1380"/>
                </a:xfrm>
                <a:prstGeom prst="rect">
                  <a:avLst/>
                </a:prstGeom>
                <a:blipFill>
                  <a:blip r:embed="rId24"/>
                  <a:stretch>
                    <a:fillRect r="-5263" b="-19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2" name="圆角矩形 131">
            <a:extLst>
              <a:ext uri="{FF2B5EF4-FFF2-40B4-BE49-F238E27FC236}">
                <a16:creationId xmlns:a16="http://schemas.microsoft.com/office/drawing/2014/main" id="{7159AE88-6144-65AA-87E4-AD5EEC3AF554}"/>
              </a:ext>
            </a:extLst>
          </p:cNvPr>
          <p:cNvSpPr/>
          <p:nvPr/>
        </p:nvSpPr>
        <p:spPr>
          <a:xfrm>
            <a:off x="17621903" y="7038937"/>
            <a:ext cx="1553845" cy="108013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ECEF76F7-33F6-62DD-F368-B6A24FF38115}"/>
                  </a:ext>
                </a:extLst>
              </p:cNvPr>
              <p:cNvSpPr txBox="1"/>
              <p:nvPr/>
            </p:nvSpPr>
            <p:spPr>
              <a:xfrm>
                <a:off x="17610473" y="7197687"/>
                <a:ext cx="1420495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l-GR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altLang="zh-CN" sz="4000" dirty="0"/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ECEF76F7-33F6-62DD-F368-B6A24FF38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0473" y="7197687"/>
                <a:ext cx="1420495" cy="657225"/>
              </a:xfrm>
              <a:prstGeom prst="rect">
                <a:avLst/>
              </a:prstGeom>
              <a:blipFill>
                <a:blip r:embed="rId25"/>
                <a:stretch>
                  <a:fillRect r="-3004" b="-17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16BD04EF-DDDE-8232-DE52-37CB6004755D}"/>
              </a:ext>
            </a:extLst>
          </p:cNvPr>
          <p:cNvGrpSpPr/>
          <p:nvPr/>
        </p:nvGrpSpPr>
        <p:grpSpPr>
          <a:xfrm>
            <a:off x="21364599" y="7852988"/>
            <a:ext cx="1572887" cy="1079976"/>
            <a:chOff x="39819" y="14456"/>
            <a:chExt cx="3304" cy="2269"/>
          </a:xfrm>
        </p:grpSpPr>
        <p:sp>
          <p:nvSpPr>
            <p:cNvPr id="135" name="圆角矩形 134">
              <a:extLst>
                <a:ext uri="{FF2B5EF4-FFF2-40B4-BE49-F238E27FC236}">
                  <a16:creationId xmlns:a16="http://schemas.microsoft.com/office/drawing/2014/main" id="{48FCCBE9-A959-005E-84A5-8FF85C04BD4E}"/>
                </a:ext>
              </a:extLst>
            </p:cNvPr>
            <p:cNvSpPr/>
            <p:nvPr/>
          </p:nvSpPr>
          <p:spPr>
            <a:xfrm>
              <a:off x="39859" y="14456"/>
              <a:ext cx="3264" cy="2269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66DDED9B-02B5-8BA4-371C-8A6BDA405440}"/>
                    </a:ext>
                  </a:extLst>
                </p:cNvPr>
                <p:cNvSpPr txBox="1"/>
                <p:nvPr/>
              </p:nvSpPr>
              <p:spPr>
                <a:xfrm>
                  <a:off x="39819" y="14732"/>
                  <a:ext cx="2904" cy="13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l-GR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b>
                          <m:sup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𝑉</m:t>
                            </m:r>
                          </m:sup>
                        </m:sSubSup>
                      </m:oMath>
                    </m:oMathPara>
                  </a14:m>
                  <a:endParaRPr lang="en-US" altLang="zh-CN" sz="4000" dirty="0"/>
                </a:p>
              </p:txBody>
            </p:sp>
          </mc:Choice>
          <mc:Fallback xmlns="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66DDED9B-02B5-8BA4-371C-8A6BDA4054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19" y="14732"/>
                  <a:ext cx="2904" cy="1380"/>
                </a:xfrm>
                <a:prstGeom prst="rect">
                  <a:avLst/>
                </a:prstGeom>
                <a:blipFill>
                  <a:blip r:embed="rId26"/>
                  <a:stretch>
                    <a:fillRect r="-6195" b="-185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3EE504FD-36E9-A4D0-5B67-0DEABDEBE52F}"/>
              </a:ext>
            </a:extLst>
          </p:cNvPr>
          <p:cNvSpPr/>
          <p:nvPr/>
        </p:nvSpPr>
        <p:spPr>
          <a:xfrm>
            <a:off x="17628251" y="4067135"/>
            <a:ext cx="1553845" cy="108013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0E12BB23-EE34-6C4E-903A-A8CC1DF59E10}"/>
              </a:ext>
            </a:extLst>
          </p:cNvPr>
          <p:cNvGrpSpPr/>
          <p:nvPr/>
        </p:nvGrpSpPr>
        <p:grpSpPr>
          <a:xfrm>
            <a:off x="17611452" y="5699704"/>
            <a:ext cx="1590980" cy="1079500"/>
            <a:chOff x="31959" y="9427"/>
            <a:chExt cx="3342" cy="2268"/>
          </a:xfrm>
        </p:grpSpPr>
        <p:sp>
          <p:nvSpPr>
            <p:cNvPr id="139" name="圆角矩形 138">
              <a:extLst>
                <a:ext uri="{FF2B5EF4-FFF2-40B4-BE49-F238E27FC236}">
                  <a16:creationId xmlns:a16="http://schemas.microsoft.com/office/drawing/2014/main" id="{DBAB58C0-3DC6-BE70-0BFE-71027D5731A6}"/>
                </a:ext>
              </a:extLst>
            </p:cNvPr>
            <p:cNvSpPr/>
            <p:nvPr/>
          </p:nvSpPr>
          <p:spPr>
            <a:xfrm>
              <a:off x="32037" y="9427"/>
              <a:ext cx="3264" cy="2268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157EDABA-AB0B-7127-7DBC-7A381509ADAE}"/>
                    </a:ext>
                  </a:extLst>
                </p:cNvPr>
                <p:cNvSpPr txBox="1"/>
                <p:nvPr/>
              </p:nvSpPr>
              <p:spPr>
                <a:xfrm>
                  <a:off x="31959" y="9610"/>
                  <a:ext cx="2838" cy="13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l-GR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b>
                          <m:sup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𝑄</m:t>
                            </m:r>
                          </m:sup>
                        </m:sSubSup>
                      </m:oMath>
                    </m:oMathPara>
                  </a14:m>
                  <a:endParaRPr lang="en-US" altLang="zh-CN" sz="4000" dirty="0"/>
                </a:p>
              </p:txBody>
            </p:sp>
          </mc:Choice>
          <mc:Fallback xmlns="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157EDABA-AB0B-7127-7DBC-7A381509AD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59" y="9610"/>
                  <a:ext cx="2838" cy="1380"/>
                </a:xfrm>
                <a:prstGeom prst="rect">
                  <a:avLst/>
                </a:prstGeom>
                <a:blipFill>
                  <a:blip r:embed="rId27"/>
                  <a:stretch>
                    <a:fillRect r="-5405" b="-314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1" name="肘形连接符 140">
            <a:extLst>
              <a:ext uri="{FF2B5EF4-FFF2-40B4-BE49-F238E27FC236}">
                <a16:creationId xmlns:a16="http://schemas.microsoft.com/office/drawing/2014/main" id="{E17C6A2E-6B3A-91D2-5476-9DF511D90031}"/>
              </a:ext>
            </a:extLst>
          </p:cNvPr>
          <p:cNvCxnSpPr/>
          <p:nvPr/>
        </p:nvCxnSpPr>
        <p:spPr>
          <a:xfrm flipV="1">
            <a:off x="17101201" y="3269559"/>
            <a:ext cx="520065" cy="1270"/>
          </a:xfrm>
          <a:prstGeom prst="bentConnector3">
            <a:avLst>
              <a:gd name="adj1" fmla="val 50046"/>
            </a:avLst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2" name="肘形连接符 141">
            <a:extLst>
              <a:ext uri="{FF2B5EF4-FFF2-40B4-BE49-F238E27FC236}">
                <a16:creationId xmlns:a16="http://schemas.microsoft.com/office/drawing/2014/main" id="{2B423D99-DBE7-C575-049F-4475E83FDE89}"/>
              </a:ext>
            </a:extLst>
          </p:cNvPr>
          <p:cNvCxnSpPr>
            <a:stCxn id="218" idx="0"/>
            <a:endCxn id="137" idx="1"/>
          </p:cNvCxnSpPr>
          <p:nvPr/>
        </p:nvCxnSpPr>
        <p:spPr>
          <a:xfrm rot="5400000" flipH="1" flipV="1">
            <a:off x="16957516" y="4209217"/>
            <a:ext cx="272732" cy="1068705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肘形连接符 142">
            <a:extLst>
              <a:ext uri="{FF2B5EF4-FFF2-40B4-BE49-F238E27FC236}">
                <a16:creationId xmlns:a16="http://schemas.microsoft.com/office/drawing/2014/main" id="{9793C6A3-EEA8-29A5-90C1-7F960A3EA46C}"/>
              </a:ext>
            </a:extLst>
          </p:cNvPr>
          <p:cNvCxnSpPr>
            <a:stCxn id="218" idx="2"/>
            <a:endCxn id="139" idx="1"/>
          </p:cNvCxnSpPr>
          <p:nvPr/>
        </p:nvCxnSpPr>
        <p:spPr>
          <a:xfrm rot="16200000" flipH="1">
            <a:off x="16964044" y="5554923"/>
            <a:ext cx="280035" cy="1089026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76C8404E-F49D-F50C-9963-AB4E410728C4}"/>
              </a:ext>
            </a:extLst>
          </p:cNvPr>
          <p:cNvGrpSpPr/>
          <p:nvPr/>
        </p:nvGrpSpPr>
        <p:grpSpPr>
          <a:xfrm>
            <a:off x="21364901" y="4062039"/>
            <a:ext cx="1564318" cy="1079976"/>
            <a:chOff x="39837" y="4806"/>
            <a:chExt cx="3286" cy="2269"/>
          </a:xfrm>
        </p:grpSpPr>
        <p:sp>
          <p:nvSpPr>
            <p:cNvPr id="157" name="圆角矩形 156">
              <a:extLst>
                <a:ext uri="{FF2B5EF4-FFF2-40B4-BE49-F238E27FC236}">
                  <a16:creationId xmlns:a16="http://schemas.microsoft.com/office/drawing/2014/main" id="{33DD70A9-736D-83EE-AD08-9C71FA42297C}"/>
                </a:ext>
              </a:extLst>
            </p:cNvPr>
            <p:cNvSpPr/>
            <p:nvPr/>
          </p:nvSpPr>
          <p:spPr>
            <a:xfrm>
              <a:off x="39859" y="4806"/>
              <a:ext cx="3264" cy="2269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0070C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6EFE0741-F7C9-866E-2245-F7084DD50E58}"/>
                    </a:ext>
                  </a:extLst>
                </p:cNvPr>
                <p:cNvSpPr txBox="1"/>
                <p:nvPr/>
              </p:nvSpPr>
              <p:spPr>
                <a:xfrm>
                  <a:off x="39837" y="5118"/>
                  <a:ext cx="2027" cy="13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 anchor="t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l-GR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oMath>
                    </m:oMathPara>
                  </a14:m>
                  <a:endParaRPr lang="en-US" altLang="zh-CN" sz="4000" dirty="0"/>
                </a:p>
              </p:txBody>
            </p:sp>
          </mc:Choice>
          <mc:Fallback xmlns="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6EFE0741-F7C9-866E-2245-F7084DD50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37" y="5118"/>
                  <a:ext cx="2027" cy="1379"/>
                </a:xfrm>
                <a:prstGeom prst="rect">
                  <a:avLst/>
                </a:prstGeom>
                <a:blipFill>
                  <a:blip r:embed="rId28"/>
                  <a:stretch>
                    <a:fillRect r="-51899" b="-1028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79" name="图片 178" descr="加号">
            <a:extLst>
              <a:ext uri="{FF2B5EF4-FFF2-40B4-BE49-F238E27FC236}">
                <a16:creationId xmlns:a16="http://schemas.microsoft.com/office/drawing/2014/main" id="{6CE78D8D-A8B0-A0F2-DCAF-83DAC173326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9935841" y="4211915"/>
            <a:ext cx="809625" cy="809625"/>
          </a:xfrm>
          <a:prstGeom prst="rect">
            <a:avLst/>
          </a:prstGeom>
        </p:spPr>
      </p:pic>
      <p:cxnSp>
        <p:nvCxnSpPr>
          <p:cNvPr id="180" name="肘形连接符 179">
            <a:extLst>
              <a:ext uri="{FF2B5EF4-FFF2-40B4-BE49-F238E27FC236}">
                <a16:creationId xmlns:a16="http://schemas.microsoft.com/office/drawing/2014/main" id="{2D461093-601C-17D0-D459-78C2A7087660}"/>
              </a:ext>
            </a:extLst>
          </p:cNvPr>
          <p:cNvCxnSpPr>
            <a:stCxn id="207" idx="3"/>
            <a:endCxn id="179" idx="0"/>
          </p:cNvCxnSpPr>
          <p:nvPr/>
        </p:nvCxnSpPr>
        <p:spPr>
          <a:xfrm>
            <a:off x="19175746" y="3258764"/>
            <a:ext cx="1165225" cy="953770"/>
          </a:xfrm>
          <a:prstGeom prst="bentConnector2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1" name="肘形连接符 180">
            <a:extLst>
              <a:ext uri="{FF2B5EF4-FFF2-40B4-BE49-F238E27FC236}">
                <a16:creationId xmlns:a16="http://schemas.microsoft.com/office/drawing/2014/main" id="{BAA919B8-F76B-C84B-E60D-70246E379D98}"/>
              </a:ext>
            </a:extLst>
          </p:cNvPr>
          <p:cNvCxnSpPr>
            <a:stCxn id="130" idx="3"/>
            <a:endCxn id="222" idx="1"/>
          </p:cNvCxnSpPr>
          <p:nvPr/>
        </p:nvCxnSpPr>
        <p:spPr>
          <a:xfrm>
            <a:off x="22924135" y="2456124"/>
            <a:ext cx="1572260" cy="2540"/>
          </a:xfrm>
          <a:prstGeom prst="bentConnector3">
            <a:avLst>
              <a:gd name="adj1" fmla="val 50000"/>
            </a:avLst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2" name="肘形连接符 181">
            <a:extLst>
              <a:ext uri="{FF2B5EF4-FFF2-40B4-BE49-F238E27FC236}">
                <a16:creationId xmlns:a16="http://schemas.microsoft.com/office/drawing/2014/main" id="{35200F1C-AEEE-200F-ED8C-72052449DAF1}"/>
              </a:ext>
            </a:extLst>
          </p:cNvPr>
          <p:cNvCxnSpPr>
            <a:endCxn id="135" idx="1"/>
          </p:cNvCxnSpPr>
          <p:nvPr/>
        </p:nvCxnSpPr>
        <p:spPr>
          <a:xfrm rot="5400000" flipV="1">
            <a:off x="18830308" y="5839422"/>
            <a:ext cx="274955" cy="4832985"/>
          </a:xfrm>
          <a:prstGeom prst="bentConnector2">
            <a:avLst/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3" name="肘形连接符 182">
            <a:extLst>
              <a:ext uri="{FF2B5EF4-FFF2-40B4-BE49-F238E27FC236}">
                <a16:creationId xmlns:a16="http://schemas.microsoft.com/office/drawing/2014/main" id="{86F4C18E-BE07-31DA-4C42-59C8DF9BC529}"/>
              </a:ext>
            </a:extLst>
          </p:cNvPr>
          <p:cNvCxnSpPr>
            <a:endCxn id="132" idx="1"/>
          </p:cNvCxnSpPr>
          <p:nvPr/>
        </p:nvCxnSpPr>
        <p:spPr>
          <a:xfrm>
            <a:off x="17091025" y="7578668"/>
            <a:ext cx="530860" cy="2540"/>
          </a:xfrm>
          <a:prstGeom prst="bentConnector3">
            <a:avLst>
              <a:gd name="adj1" fmla="val 50045"/>
            </a:avLst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4" name="肘形连接符 183">
            <a:extLst>
              <a:ext uri="{FF2B5EF4-FFF2-40B4-BE49-F238E27FC236}">
                <a16:creationId xmlns:a16="http://schemas.microsoft.com/office/drawing/2014/main" id="{867CEB13-14A9-7AE7-036B-54E49728339A}"/>
              </a:ext>
            </a:extLst>
          </p:cNvPr>
          <p:cNvCxnSpPr>
            <a:stCxn id="132" idx="3"/>
            <a:endCxn id="185" idx="2"/>
          </p:cNvCxnSpPr>
          <p:nvPr/>
        </p:nvCxnSpPr>
        <p:spPr>
          <a:xfrm flipV="1">
            <a:off x="19175748" y="6638234"/>
            <a:ext cx="1172845" cy="941070"/>
          </a:xfrm>
          <a:prstGeom prst="bentConnector2">
            <a:avLst/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5" name="图片 184" descr="加号">
            <a:extLst>
              <a:ext uri="{FF2B5EF4-FFF2-40B4-BE49-F238E27FC236}">
                <a16:creationId xmlns:a16="http://schemas.microsoft.com/office/drawing/2014/main" id="{8B01F383-B5FC-6EE8-9EB1-FEDFFE42FA44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9943463" y="5828627"/>
            <a:ext cx="809625" cy="809625"/>
          </a:xfrm>
          <a:prstGeom prst="rect">
            <a:avLst/>
          </a:prstGeom>
        </p:spPr>
      </p:pic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B67AD033-B8D8-041F-B992-7E6C7E18412C}"/>
              </a:ext>
            </a:extLst>
          </p:cNvPr>
          <p:cNvGrpSpPr/>
          <p:nvPr/>
        </p:nvGrpSpPr>
        <p:grpSpPr>
          <a:xfrm>
            <a:off x="21357929" y="5694007"/>
            <a:ext cx="1573839" cy="1080135"/>
            <a:chOff x="41197" y="8487"/>
            <a:chExt cx="3306" cy="2269"/>
          </a:xfrm>
        </p:grpSpPr>
        <p:sp>
          <p:nvSpPr>
            <p:cNvPr id="187" name="圆角矩形 186">
              <a:extLst>
                <a:ext uri="{FF2B5EF4-FFF2-40B4-BE49-F238E27FC236}">
                  <a16:creationId xmlns:a16="http://schemas.microsoft.com/office/drawing/2014/main" id="{2ABBA64D-694C-B1B4-81CD-986B802CEF8D}"/>
                </a:ext>
              </a:extLst>
            </p:cNvPr>
            <p:cNvSpPr/>
            <p:nvPr/>
          </p:nvSpPr>
          <p:spPr>
            <a:xfrm>
              <a:off x="41239" y="8487"/>
              <a:ext cx="3264" cy="2269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8879FD47-002C-191C-7FDC-68A9320DA3FE}"/>
                    </a:ext>
                  </a:extLst>
                </p:cNvPr>
                <p:cNvSpPr txBox="1"/>
                <p:nvPr/>
              </p:nvSpPr>
              <p:spPr>
                <a:xfrm>
                  <a:off x="41197" y="8753"/>
                  <a:ext cx="2838" cy="13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l-GR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4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sz="4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oMath>
                    </m:oMathPara>
                  </a14:m>
                  <a:endParaRPr lang="en-US" altLang="zh-CN" sz="4000" dirty="0"/>
                </a:p>
              </p:txBody>
            </p:sp>
          </mc:Choice>
          <mc:Fallback xmlns=""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8879FD47-002C-191C-7FDC-68A9320DA3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97" y="8753"/>
                  <a:ext cx="2838" cy="1380"/>
                </a:xfrm>
                <a:prstGeom prst="rect">
                  <a:avLst/>
                </a:prstGeom>
                <a:blipFill>
                  <a:blip r:embed="rId31"/>
                  <a:stretch>
                    <a:fillRect r="-8597" b="-92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89" name="图片 188" descr="叉号">
            <a:extLst>
              <a:ext uri="{FF2B5EF4-FFF2-40B4-BE49-F238E27FC236}">
                <a16:creationId xmlns:a16="http://schemas.microsoft.com/office/drawing/2014/main" id="{F4DB4733-8F7B-2989-B707-99734828093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4496413" y="7988261"/>
            <a:ext cx="809625" cy="809625"/>
          </a:xfrm>
          <a:prstGeom prst="rect">
            <a:avLst/>
          </a:prstGeom>
        </p:spPr>
      </p:pic>
      <p:cxnSp>
        <p:nvCxnSpPr>
          <p:cNvPr id="190" name="肘形连接符 189">
            <a:extLst>
              <a:ext uri="{FF2B5EF4-FFF2-40B4-BE49-F238E27FC236}">
                <a16:creationId xmlns:a16="http://schemas.microsoft.com/office/drawing/2014/main" id="{D87234EE-97D2-84C8-2C92-CA52033AB3FE}"/>
              </a:ext>
            </a:extLst>
          </p:cNvPr>
          <p:cNvCxnSpPr>
            <a:stCxn id="135" idx="3"/>
            <a:endCxn id="189" idx="1"/>
          </p:cNvCxnSpPr>
          <p:nvPr/>
        </p:nvCxnSpPr>
        <p:spPr>
          <a:xfrm>
            <a:off x="22937488" y="8392738"/>
            <a:ext cx="1558925" cy="0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2" name="肘形连接符 191">
            <a:extLst>
              <a:ext uri="{FF2B5EF4-FFF2-40B4-BE49-F238E27FC236}">
                <a16:creationId xmlns:a16="http://schemas.microsoft.com/office/drawing/2014/main" id="{D98A0B89-87FB-C3A2-7BB2-1AFCA0A64359}"/>
              </a:ext>
            </a:extLst>
          </p:cNvPr>
          <p:cNvCxnSpPr>
            <a:stCxn id="189" idx="3"/>
            <a:endCxn id="75" idx="4"/>
          </p:cNvCxnSpPr>
          <p:nvPr/>
        </p:nvCxnSpPr>
        <p:spPr>
          <a:xfrm flipV="1">
            <a:off x="25306038" y="5813523"/>
            <a:ext cx="1587081" cy="2579534"/>
          </a:xfrm>
          <a:prstGeom prst="bentConnector2">
            <a:avLst/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3" name="肘形连接符 192">
            <a:extLst>
              <a:ext uri="{FF2B5EF4-FFF2-40B4-BE49-F238E27FC236}">
                <a16:creationId xmlns:a16="http://schemas.microsoft.com/office/drawing/2014/main" id="{AB5EE19F-88AE-9123-A775-1A054F06295B}"/>
              </a:ext>
            </a:extLst>
          </p:cNvPr>
          <p:cNvCxnSpPr>
            <a:stCxn id="222" idx="3"/>
            <a:endCxn id="75" idx="0"/>
          </p:cNvCxnSpPr>
          <p:nvPr/>
        </p:nvCxnSpPr>
        <p:spPr>
          <a:xfrm>
            <a:off x="25306036" y="2458347"/>
            <a:ext cx="1587081" cy="2563176"/>
          </a:xfrm>
          <a:prstGeom prst="bentConnector2">
            <a:avLst/>
          </a:prstGeom>
          <a:ln w="28575" cmpd="sng">
            <a:solidFill>
              <a:schemeClr val="accent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F796A435-3CB3-5791-60CE-3F19FD18A41A}"/>
              </a:ext>
            </a:extLst>
          </p:cNvPr>
          <p:cNvGrpSpPr/>
          <p:nvPr/>
        </p:nvGrpSpPr>
        <p:grpSpPr>
          <a:xfrm>
            <a:off x="28332446" y="4864044"/>
            <a:ext cx="1553845" cy="1079976"/>
            <a:chOff x="58909" y="7832"/>
            <a:chExt cx="3264" cy="2269"/>
          </a:xfrm>
        </p:grpSpPr>
        <p:sp>
          <p:nvSpPr>
            <p:cNvPr id="195" name="圆角矩形 194">
              <a:extLst>
                <a:ext uri="{FF2B5EF4-FFF2-40B4-BE49-F238E27FC236}">
                  <a16:creationId xmlns:a16="http://schemas.microsoft.com/office/drawing/2014/main" id="{A5A5A4EE-F8FB-99A3-722F-D756C43389FB}"/>
                </a:ext>
              </a:extLst>
            </p:cNvPr>
            <p:cNvSpPr/>
            <p:nvPr/>
          </p:nvSpPr>
          <p:spPr>
            <a:xfrm>
              <a:off x="58909" y="7832"/>
              <a:ext cx="3264" cy="2269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2933CA41-2DEF-C998-EABA-67B3DF5A95BA}"/>
                    </a:ext>
                  </a:extLst>
                </p:cNvPr>
                <p:cNvSpPr txBox="1"/>
                <p:nvPr/>
              </p:nvSpPr>
              <p:spPr>
                <a:xfrm>
                  <a:off x="59182" y="7990"/>
                  <a:ext cx="2718" cy="13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n-US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b>
                          <m:sup>
                            <m:r>
                              <a:rPr lang="en-US" altLang="zh-CN" sz="40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en-US" altLang="zh-CN" sz="4000" dirty="0"/>
                </a:p>
              </p:txBody>
            </p:sp>
          </mc:Choice>
          <mc:Fallback xmlns="">
            <p:sp>
              <p:nvSpPr>
                <p:cNvPr id="196" name="文本框 19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82" y="7990"/>
                  <a:ext cx="2718" cy="1380"/>
                </a:xfrm>
                <a:prstGeom prst="rect">
                  <a:avLst/>
                </a:prstGeom>
                <a:blipFill rotWithShape="1">
                  <a:blip r:embed="rId3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9BB02443-D95F-D842-7310-382D48C35FDE}"/>
              </a:ext>
            </a:extLst>
          </p:cNvPr>
          <p:cNvCxnSpPr>
            <a:stCxn id="104" idx="3"/>
            <a:endCxn id="106" idx="1"/>
          </p:cNvCxnSpPr>
          <p:nvPr/>
        </p:nvCxnSpPr>
        <p:spPr>
          <a:xfrm flipV="1">
            <a:off x="12087242" y="3262590"/>
            <a:ext cx="1513205" cy="8255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B8C0DD2D-64EC-77D7-B3D7-AE61DA639120}"/>
              </a:ext>
            </a:extLst>
          </p:cNvPr>
          <p:cNvCxnSpPr>
            <a:stCxn id="106" idx="3"/>
            <a:endCxn id="217" idx="1"/>
          </p:cNvCxnSpPr>
          <p:nvPr/>
        </p:nvCxnSpPr>
        <p:spPr>
          <a:xfrm flipV="1">
            <a:off x="15154275" y="3258764"/>
            <a:ext cx="857250" cy="3810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A3DE7291-BD71-7448-EDFA-2475315382E4}"/>
              </a:ext>
            </a:extLst>
          </p:cNvPr>
          <p:cNvCxnSpPr>
            <a:stCxn id="221" idx="3"/>
            <a:endCxn id="115" idx="1"/>
          </p:cNvCxnSpPr>
          <p:nvPr/>
        </p:nvCxnSpPr>
        <p:spPr>
          <a:xfrm flipV="1">
            <a:off x="12087226" y="5410162"/>
            <a:ext cx="1511300" cy="2730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E9ED9536-A0CA-EBEA-5884-48B770743AA8}"/>
              </a:ext>
            </a:extLst>
          </p:cNvPr>
          <p:cNvCxnSpPr>
            <a:stCxn id="115" idx="3"/>
            <a:endCxn id="218" idx="1"/>
          </p:cNvCxnSpPr>
          <p:nvPr/>
        </p:nvCxnSpPr>
        <p:spPr>
          <a:xfrm>
            <a:off x="15152370" y="5410162"/>
            <a:ext cx="867410" cy="952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5A47A002-F2BE-56F3-6572-1C81171E1C24}"/>
              </a:ext>
            </a:extLst>
          </p:cNvPr>
          <p:cNvCxnSpPr>
            <a:cxnSpLocks/>
            <a:endCxn id="219" idx="1"/>
          </p:cNvCxnSpPr>
          <p:nvPr/>
        </p:nvCxnSpPr>
        <p:spPr>
          <a:xfrm>
            <a:off x="15134593" y="7571065"/>
            <a:ext cx="887092" cy="9525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89203FF6-3153-6E99-EB53-3C30D40D51A5}"/>
              </a:ext>
            </a:extLst>
          </p:cNvPr>
          <p:cNvCxnSpPr>
            <a:cxnSpLocks/>
            <a:stCxn id="220" idx="3"/>
          </p:cNvCxnSpPr>
          <p:nvPr/>
        </p:nvCxnSpPr>
        <p:spPr>
          <a:xfrm flipV="1">
            <a:off x="12095481" y="7562850"/>
            <a:ext cx="1496694" cy="13914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7" name="圆角矩形 206">
            <a:extLst>
              <a:ext uri="{FF2B5EF4-FFF2-40B4-BE49-F238E27FC236}">
                <a16:creationId xmlns:a16="http://schemas.microsoft.com/office/drawing/2014/main" id="{7018D74C-9A8A-33CB-E734-E1D8E0105A0F}"/>
              </a:ext>
            </a:extLst>
          </p:cNvPr>
          <p:cNvSpPr/>
          <p:nvPr/>
        </p:nvSpPr>
        <p:spPr>
          <a:xfrm>
            <a:off x="17621895" y="2718379"/>
            <a:ext cx="1553845" cy="1079976"/>
          </a:xfrm>
          <a:prstGeom prst="roundRect">
            <a:avLst/>
          </a:prstGeom>
          <a:solidFill>
            <a:schemeClr val="bg1"/>
          </a:solidFill>
          <a:ln w="28575" cmpd="sng">
            <a:solidFill>
              <a:srgbClr val="0070C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BC1060BE-7915-60AB-3D81-843D86F64641}"/>
              </a:ext>
            </a:extLst>
          </p:cNvPr>
          <p:cNvCxnSpPr>
            <a:stCxn id="137" idx="3"/>
            <a:endCxn id="179" idx="1"/>
          </p:cNvCxnSpPr>
          <p:nvPr/>
        </p:nvCxnSpPr>
        <p:spPr>
          <a:xfrm>
            <a:off x="19182096" y="4607520"/>
            <a:ext cx="753745" cy="952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BDA90DB7-BCA1-E926-F603-C0B504D1681A}"/>
                  </a:ext>
                </a:extLst>
              </p:cNvPr>
              <p:cNvSpPr txBox="1"/>
              <p:nvPr/>
            </p:nvSpPr>
            <p:spPr>
              <a:xfrm>
                <a:off x="17611420" y="4161750"/>
                <a:ext cx="1553845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l-GR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𝑄</m:t>
                          </m:r>
                        </m:sup>
                      </m:sSubSup>
                    </m:oMath>
                  </m:oMathPara>
                </a14:m>
                <a:endParaRPr lang="en-US" altLang="zh-CN" sz="4000" dirty="0"/>
              </a:p>
            </p:txBody>
          </p:sp>
        </mc:Choice>
        <mc:Fallback xmlns="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BDA90DB7-BCA1-E926-F603-C0B504D16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1420" y="4161750"/>
                <a:ext cx="1553845" cy="657225"/>
              </a:xfrm>
              <a:prstGeom prst="rect">
                <a:avLst/>
              </a:prstGeom>
              <a:blipFill>
                <a:blip r:embed="rId35"/>
                <a:stretch>
                  <a:fillRect b="-30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1" name="肘形连接符 210">
            <a:extLst>
              <a:ext uri="{FF2B5EF4-FFF2-40B4-BE49-F238E27FC236}">
                <a16:creationId xmlns:a16="http://schemas.microsoft.com/office/drawing/2014/main" id="{2BEE5CF7-73F7-56A1-8A4F-2A9C5A4A5218}"/>
              </a:ext>
            </a:extLst>
          </p:cNvPr>
          <p:cNvCxnSpPr>
            <a:endCxn id="130" idx="1"/>
          </p:cNvCxnSpPr>
          <p:nvPr/>
        </p:nvCxnSpPr>
        <p:spPr>
          <a:xfrm rot="16200000">
            <a:off x="18828391" y="189180"/>
            <a:ext cx="274955" cy="4808855"/>
          </a:xfrm>
          <a:prstGeom prst="bentConnector2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749889B4-752B-1F0A-B78F-377DB38AB235}"/>
              </a:ext>
            </a:extLst>
          </p:cNvPr>
          <p:cNvCxnSpPr>
            <a:stCxn id="179" idx="3"/>
            <a:endCxn id="157" idx="1"/>
          </p:cNvCxnSpPr>
          <p:nvPr/>
        </p:nvCxnSpPr>
        <p:spPr>
          <a:xfrm flipV="1">
            <a:off x="20745452" y="4601789"/>
            <a:ext cx="629920" cy="0"/>
          </a:xfrm>
          <a:prstGeom prst="straightConnector1">
            <a:avLst/>
          </a:prstGeom>
          <a:ln w="28575" cmpd="sng">
            <a:solidFill>
              <a:schemeClr val="accent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949CBFC3-8656-DD94-58D4-581883C02CD8}"/>
              </a:ext>
            </a:extLst>
          </p:cNvPr>
          <p:cNvCxnSpPr/>
          <p:nvPr/>
        </p:nvCxnSpPr>
        <p:spPr>
          <a:xfrm>
            <a:off x="22924151" y="4597979"/>
            <a:ext cx="1014095" cy="12700"/>
          </a:xfrm>
          <a:prstGeom prst="straightConnector1">
            <a:avLst/>
          </a:prstGeom>
          <a:ln w="28575" cmpd="sng">
            <a:solidFill>
              <a:schemeClr val="accent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66E74485-A18F-D1F2-80B3-9BB6756FAC13}"/>
              </a:ext>
            </a:extLst>
          </p:cNvPr>
          <p:cNvCxnSpPr>
            <a:stCxn id="185" idx="3"/>
            <a:endCxn id="187" idx="1"/>
          </p:cNvCxnSpPr>
          <p:nvPr/>
        </p:nvCxnSpPr>
        <p:spPr>
          <a:xfrm>
            <a:off x="20753705" y="6233757"/>
            <a:ext cx="624840" cy="635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5" name="直接箭头连接符 214">
            <a:extLst>
              <a:ext uri="{FF2B5EF4-FFF2-40B4-BE49-F238E27FC236}">
                <a16:creationId xmlns:a16="http://schemas.microsoft.com/office/drawing/2014/main" id="{63735306-96C8-122D-2F6B-3B6B887F4EC7}"/>
              </a:ext>
            </a:extLst>
          </p:cNvPr>
          <p:cNvCxnSpPr>
            <a:stCxn id="139" idx="3"/>
            <a:endCxn id="185" idx="1"/>
          </p:cNvCxnSpPr>
          <p:nvPr/>
        </p:nvCxnSpPr>
        <p:spPr>
          <a:xfrm flipV="1">
            <a:off x="19202418" y="6233739"/>
            <a:ext cx="741045" cy="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97A20806-627C-E2CA-2533-27E65AAAC5E0}"/>
              </a:ext>
            </a:extLst>
          </p:cNvPr>
          <p:cNvCxnSpPr>
            <a:stCxn id="75" idx="6"/>
            <a:endCxn id="195" idx="1"/>
          </p:cNvCxnSpPr>
          <p:nvPr/>
        </p:nvCxnSpPr>
        <p:spPr>
          <a:xfrm flipV="1">
            <a:off x="27288288" y="5404050"/>
            <a:ext cx="1044142" cy="13491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17" name="图片 216" descr="target node">
            <a:extLst>
              <a:ext uri="{FF2B5EF4-FFF2-40B4-BE49-F238E27FC236}">
                <a16:creationId xmlns:a16="http://schemas.microsoft.com/office/drawing/2014/main" id="{69717DFC-20C1-3FC9-11B6-4ACFA885346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6010890" y="2718379"/>
            <a:ext cx="1079500" cy="1079500"/>
          </a:xfrm>
          <a:prstGeom prst="rect">
            <a:avLst/>
          </a:prstGeom>
        </p:spPr>
      </p:pic>
      <p:pic>
        <p:nvPicPr>
          <p:cNvPr id="218" name="图片 217" descr="herb node">
            <a:extLst>
              <a:ext uri="{FF2B5EF4-FFF2-40B4-BE49-F238E27FC236}">
                <a16:creationId xmlns:a16="http://schemas.microsoft.com/office/drawing/2014/main" id="{FE13350A-9466-0450-9782-EB92A0D1B34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6019780" y="4879919"/>
            <a:ext cx="1079500" cy="1079500"/>
          </a:xfrm>
          <a:prstGeom prst="rect">
            <a:avLst/>
          </a:prstGeom>
        </p:spPr>
      </p:pic>
      <p:pic>
        <p:nvPicPr>
          <p:cNvPr id="219" name="图片 218" descr="molecule node">
            <a:extLst>
              <a:ext uri="{FF2B5EF4-FFF2-40B4-BE49-F238E27FC236}">
                <a16:creationId xmlns:a16="http://schemas.microsoft.com/office/drawing/2014/main" id="{9592B08A-57D2-A54B-0E2F-CAC3DB0C290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021685" y="7040824"/>
            <a:ext cx="1079500" cy="1079500"/>
          </a:xfrm>
          <a:prstGeom prst="rect">
            <a:avLst/>
          </a:prstGeom>
        </p:spPr>
      </p:pic>
      <p:pic>
        <p:nvPicPr>
          <p:cNvPr id="220" name="图片 219" descr="molecule node">
            <a:extLst>
              <a:ext uri="{FF2B5EF4-FFF2-40B4-BE49-F238E27FC236}">
                <a16:creationId xmlns:a16="http://schemas.microsoft.com/office/drawing/2014/main" id="{EF2C2170-D079-EF1E-A204-21A3D7DE822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15981" y="7037014"/>
            <a:ext cx="1079500" cy="1079500"/>
          </a:xfrm>
          <a:prstGeom prst="rect">
            <a:avLst/>
          </a:prstGeom>
        </p:spPr>
      </p:pic>
      <p:pic>
        <p:nvPicPr>
          <p:cNvPr id="221" name="图片 220" descr="herb node">
            <a:extLst>
              <a:ext uri="{FF2B5EF4-FFF2-40B4-BE49-F238E27FC236}">
                <a16:creationId xmlns:a16="http://schemas.microsoft.com/office/drawing/2014/main" id="{B7F55B0D-D119-E5F5-D9C4-5B1C6555DB47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1007091" y="4897699"/>
            <a:ext cx="1079500" cy="1079500"/>
          </a:xfrm>
          <a:prstGeom prst="rect">
            <a:avLst/>
          </a:prstGeom>
        </p:spPr>
      </p:pic>
      <p:pic>
        <p:nvPicPr>
          <p:cNvPr id="222" name="图片 221" descr="叉号">
            <a:extLst>
              <a:ext uri="{FF2B5EF4-FFF2-40B4-BE49-F238E27FC236}">
                <a16:creationId xmlns:a16="http://schemas.microsoft.com/office/drawing/2014/main" id="{323FBDD9-F775-C895-FE51-36AA3E046720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4496411" y="2053550"/>
            <a:ext cx="809625" cy="809625"/>
          </a:xfrm>
          <a:prstGeom prst="rect">
            <a:avLst/>
          </a:prstGeom>
        </p:spPr>
      </p:pic>
      <p:sp>
        <p:nvSpPr>
          <p:cNvPr id="223" name="圆角矩形 222">
            <a:extLst>
              <a:ext uri="{FF2B5EF4-FFF2-40B4-BE49-F238E27FC236}">
                <a16:creationId xmlns:a16="http://schemas.microsoft.com/office/drawing/2014/main" id="{A802CE26-D389-3BEF-39A5-F9440C5FA09B}"/>
              </a:ext>
            </a:extLst>
          </p:cNvPr>
          <p:cNvSpPr/>
          <p:nvPr/>
        </p:nvSpPr>
        <p:spPr>
          <a:xfrm>
            <a:off x="23928705" y="4062039"/>
            <a:ext cx="1963420" cy="2708910"/>
          </a:xfrm>
          <a:prstGeom prst="round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814A4750-D635-1A78-90C9-9B81568F9EDD}"/>
                  </a:ext>
                </a:extLst>
              </p:cNvPr>
              <p:cNvSpPr txBox="1"/>
              <p:nvPr/>
            </p:nvSpPr>
            <p:spPr>
              <a:xfrm>
                <a:off x="23881080" y="4454485"/>
                <a:ext cx="1963420" cy="190563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36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𝑬𝒅𝒈𝒆</m:t>
                      </m:r>
                      <m:r>
                        <a:rPr lang="en-US" altLang="zh-CN" sz="36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zh-CN" sz="36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𝑺𝒄𝒂𝒍𝒆𝒅</m:t>
                      </m:r>
                    </m:oMath>
                    <m:oMath xmlns:m="http://schemas.openxmlformats.org/officeDocument/2006/math">
                      <m:r>
                        <a:rPr lang="en-US" altLang="zh-CN" sz="3600" b="1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𝑺𝒊𝒈𝒎𝒐𝒊𝒅</m:t>
                      </m:r>
                    </m:oMath>
                  </m:oMathPara>
                </a14:m>
                <a:endParaRPr lang="en-US" altLang="zh-CN" sz="3600" b="1" dirty="0"/>
              </a:p>
            </p:txBody>
          </p:sp>
        </mc:Choice>
        <mc:Fallback xmlns="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814A4750-D635-1A78-90C9-9B81568F9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1080" y="4454485"/>
                <a:ext cx="1963420" cy="1905635"/>
              </a:xfrm>
              <a:prstGeom prst="rect">
                <a:avLst/>
              </a:prstGeom>
              <a:blipFill>
                <a:blip r:embed="rId38"/>
                <a:stretch>
                  <a:fillRect r="-6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8" name="直接箭头连接符 227">
            <a:extLst>
              <a:ext uri="{FF2B5EF4-FFF2-40B4-BE49-F238E27FC236}">
                <a16:creationId xmlns:a16="http://schemas.microsoft.com/office/drawing/2014/main" id="{1E4A24BE-3036-E49D-4EBE-BFA089BAD26A}"/>
              </a:ext>
            </a:extLst>
          </p:cNvPr>
          <p:cNvCxnSpPr>
            <a:stCxn id="223" idx="0"/>
            <a:endCxn id="222" idx="2"/>
          </p:cNvCxnSpPr>
          <p:nvPr/>
        </p:nvCxnSpPr>
        <p:spPr>
          <a:xfrm flipH="1" flipV="1">
            <a:off x="24901525" y="2863794"/>
            <a:ext cx="0" cy="1198880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7D18D584-6B58-40BF-7BBA-8329D20A6482}"/>
              </a:ext>
            </a:extLst>
          </p:cNvPr>
          <p:cNvCxnSpPr>
            <a:endCxn id="189" idx="0"/>
          </p:cNvCxnSpPr>
          <p:nvPr/>
        </p:nvCxnSpPr>
        <p:spPr>
          <a:xfrm flipH="1">
            <a:off x="24901543" y="6775394"/>
            <a:ext cx="9525" cy="1212850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FE243FD4-B0BA-FEBD-358B-1ECE2F85185B}"/>
              </a:ext>
            </a:extLst>
          </p:cNvPr>
          <p:cNvGrpSpPr>
            <a:grpSpLocks noChangeAspect="1"/>
          </p:cNvGrpSpPr>
          <p:nvPr/>
        </p:nvGrpSpPr>
        <p:grpSpPr>
          <a:xfrm>
            <a:off x="12455526" y="5008840"/>
            <a:ext cx="532130" cy="269875"/>
            <a:chOff x="461" y="4199"/>
            <a:chExt cx="2386" cy="1210"/>
          </a:xfrm>
        </p:grpSpPr>
        <p:sp>
          <p:nvSpPr>
            <p:cNvPr id="231" name="Google Shape;78;p16">
              <a:extLst>
                <a:ext uri="{FF2B5EF4-FFF2-40B4-BE49-F238E27FC236}">
                  <a16:creationId xmlns:a16="http://schemas.microsoft.com/office/drawing/2014/main" id="{C6CE6EBE-49E1-A27E-07E2-7F5F0F90EB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1" y="4199"/>
              <a:ext cx="2386" cy="1204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32" name="Google Shape;79;p16">
              <a:extLst>
                <a:ext uri="{FF2B5EF4-FFF2-40B4-BE49-F238E27FC236}">
                  <a16:creationId xmlns:a16="http://schemas.microsoft.com/office/drawing/2014/main" id="{9A690733-80A3-71D9-6141-DA3DD2168F60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1669" y="4205"/>
              <a:ext cx="12" cy="1204"/>
            </a:xfrm>
            <a:prstGeom prst="straightConnector1">
              <a:avLst/>
            </a:prstGeom>
            <a:solidFill>
              <a:schemeClr val="bg1">
                <a:lumMod val="95000"/>
              </a:schemeClr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3" name="组合 232">
            <a:extLst>
              <a:ext uri="{FF2B5EF4-FFF2-40B4-BE49-F238E27FC236}">
                <a16:creationId xmlns:a16="http://schemas.microsoft.com/office/drawing/2014/main" id="{01D41743-369E-1BA3-0049-9D999AB81EF9}"/>
              </a:ext>
            </a:extLst>
          </p:cNvPr>
          <p:cNvGrpSpPr>
            <a:grpSpLocks noChangeAspect="1"/>
          </p:cNvGrpSpPr>
          <p:nvPr/>
        </p:nvGrpSpPr>
        <p:grpSpPr>
          <a:xfrm>
            <a:off x="15207615" y="5023445"/>
            <a:ext cx="792480" cy="269875"/>
            <a:chOff x="2119" y="6323"/>
            <a:chExt cx="3552" cy="1210"/>
          </a:xfrm>
          <a:solidFill>
            <a:schemeClr val="bg1">
              <a:lumMod val="95000"/>
            </a:schemeClr>
          </a:solidFill>
        </p:grpSpPr>
        <p:sp>
          <p:nvSpPr>
            <p:cNvPr id="234" name="Google Shape;78;p16">
              <a:extLst>
                <a:ext uri="{FF2B5EF4-FFF2-40B4-BE49-F238E27FC236}">
                  <a16:creationId xmlns:a16="http://schemas.microsoft.com/office/drawing/2014/main" id="{26B8EE41-8723-7972-2BFA-7312C3A3A6E6}"/>
                </a:ext>
              </a:extLst>
            </p:cNvPr>
            <p:cNvSpPr/>
            <p:nvPr/>
          </p:nvSpPr>
          <p:spPr>
            <a:xfrm>
              <a:off x="2119" y="6323"/>
              <a:ext cx="3553" cy="1204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35" name="Google Shape;79;p16">
              <a:extLst>
                <a:ext uri="{FF2B5EF4-FFF2-40B4-BE49-F238E27FC236}">
                  <a16:creationId xmlns:a16="http://schemas.microsoft.com/office/drawing/2014/main" id="{CC9E6BE0-B3EC-998D-7C23-CA96E38A36EE}"/>
                </a:ext>
              </a:extLst>
            </p:cNvPr>
            <p:cNvCxnSpPr/>
            <p:nvPr/>
          </p:nvCxnSpPr>
          <p:spPr>
            <a:xfrm flipH="1">
              <a:off x="3327" y="6329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" name="Google Shape;80;p16">
              <a:extLst>
                <a:ext uri="{FF2B5EF4-FFF2-40B4-BE49-F238E27FC236}">
                  <a16:creationId xmlns:a16="http://schemas.microsoft.com/office/drawing/2014/main" id="{DEAA2F74-817C-CCAB-5961-374DE4867EFD}"/>
                </a:ext>
              </a:extLst>
            </p:cNvPr>
            <p:cNvCxnSpPr/>
            <p:nvPr/>
          </p:nvCxnSpPr>
          <p:spPr>
            <a:xfrm flipH="1">
              <a:off x="4494" y="6329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7" name="组合 236">
            <a:extLst>
              <a:ext uri="{FF2B5EF4-FFF2-40B4-BE49-F238E27FC236}">
                <a16:creationId xmlns:a16="http://schemas.microsoft.com/office/drawing/2014/main" id="{25395FE4-1AAF-7A08-6AF3-346F2C654D6F}"/>
              </a:ext>
            </a:extLst>
          </p:cNvPr>
          <p:cNvGrpSpPr>
            <a:grpSpLocks noChangeAspect="1"/>
          </p:cNvGrpSpPr>
          <p:nvPr/>
        </p:nvGrpSpPr>
        <p:grpSpPr>
          <a:xfrm>
            <a:off x="12197716" y="7183082"/>
            <a:ext cx="1052830" cy="269875"/>
            <a:chOff x="366" y="509"/>
            <a:chExt cx="4718" cy="1210"/>
          </a:xfrm>
        </p:grpSpPr>
        <p:sp>
          <p:nvSpPr>
            <p:cNvPr id="238" name="Google Shape;78;p16">
              <a:extLst>
                <a:ext uri="{FF2B5EF4-FFF2-40B4-BE49-F238E27FC236}">
                  <a16:creationId xmlns:a16="http://schemas.microsoft.com/office/drawing/2014/main" id="{0B6AA90C-34A1-263A-2282-8AF8781AA4EB}"/>
                </a:ext>
              </a:extLst>
            </p:cNvPr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39" name="Google Shape;79;p16">
              <a:extLst>
                <a:ext uri="{FF2B5EF4-FFF2-40B4-BE49-F238E27FC236}">
                  <a16:creationId xmlns:a16="http://schemas.microsoft.com/office/drawing/2014/main" id="{4EBFEE94-4F34-ABCA-ED13-3EC7E80BE87A}"/>
                </a:ext>
              </a:extLst>
            </p:cNvPr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" name="Google Shape;80;p16">
              <a:extLst>
                <a:ext uri="{FF2B5EF4-FFF2-40B4-BE49-F238E27FC236}">
                  <a16:creationId xmlns:a16="http://schemas.microsoft.com/office/drawing/2014/main" id="{4E536689-22E5-598A-37E5-BF5E93DEF9DD}"/>
                </a:ext>
              </a:extLst>
            </p:cNvPr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81;p16">
              <a:extLst>
                <a:ext uri="{FF2B5EF4-FFF2-40B4-BE49-F238E27FC236}">
                  <a16:creationId xmlns:a16="http://schemas.microsoft.com/office/drawing/2014/main" id="{12A36FC3-E691-8BF6-A609-6FDC1EC649DB}"/>
                </a:ext>
              </a:extLst>
            </p:cNvPr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ABE4B55D-A085-C209-2460-56BA89CDD282}"/>
              </a:ext>
            </a:extLst>
          </p:cNvPr>
          <p:cNvGrpSpPr>
            <a:grpSpLocks noChangeAspect="1"/>
          </p:cNvGrpSpPr>
          <p:nvPr/>
        </p:nvGrpSpPr>
        <p:grpSpPr>
          <a:xfrm>
            <a:off x="12053571" y="2826980"/>
            <a:ext cx="1313180" cy="269875"/>
            <a:chOff x="5659" y="515"/>
            <a:chExt cx="5886" cy="1210"/>
          </a:xfrm>
          <a:solidFill>
            <a:srgbClr val="00B0F0"/>
          </a:solidFill>
        </p:grpSpPr>
        <p:sp>
          <p:nvSpPr>
            <p:cNvPr id="243" name="Google Shape;78;p16">
              <a:extLst>
                <a:ext uri="{FF2B5EF4-FFF2-40B4-BE49-F238E27FC236}">
                  <a16:creationId xmlns:a16="http://schemas.microsoft.com/office/drawing/2014/main" id="{0B0C2AF2-DF58-9F72-2625-4C770CCDCF9B}"/>
                </a:ext>
              </a:extLst>
            </p:cNvPr>
            <p:cNvSpPr/>
            <p:nvPr/>
          </p:nvSpPr>
          <p:spPr>
            <a:xfrm>
              <a:off x="5659" y="515"/>
              <a:ext cx="5887" cy="1204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44" name="Google Shape;79;p16">
              <a:extLst>
                <a:ext uri="{FF2B5EF4-FFF2-40B4-BE49-F238E27FC236}">
                  <a16:creationId xmlns:a16="http://schemas.microsoft.com/office/drawing/2014/main" id="{7CAD9716-C019-DC6E-5DB0-E319628E3EDB}"/>
                </a:ext>
              </a:extLst>
            </p:cNvPr>
            <p:cNvCxnSpPr/>
            <p:nvPr/>
          </p:nvCxnSpPr>
          <p:spPr>
            <a:xfrm flipH="1">
              <a:off x="6867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80;p16">
              <a:extLst>
                <a:ext uri="{FF2B5EF4-FFF2-40B4-BE49-F238E27FC236}">
                  <a16:creationId xmlns:a16="http://schemas.microsoft.com/office/drawing/2014/main" id="{11131700-55AD-D9D2-FB72-C956E587ACFE}"/>
                </a:ext>
              </a:extLst>
            </p:cNvPr>
            <p:cNvCxnSpPr/>
            <p:nvPr/>
          </p:nvCxnSpPr>
          <p:spPr>
            <a:xfrm flipH="1">
              <a:off x="8034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1" name="Google Shape;81;p16">
              <a:extLst>
                <a:ext uri="{FF2B5EF4-FFF2-40B4-BE49-F238E27FC236}">
                  <a16:creationId xmlns:a16="http://schemas.microsoft.com/office/drawing/2014/main" id="{96A1A049-C00F-A2E4-6F28-4A8A871C3D75}"/>
                </a:ext>
              </a:extLst>
            </p:cNvPr>
            <p:cNvCxnSpPr/>
            <p:nvPr/>
          </p:nvCxnSpPr>
          <p:spPr>
            <a:xfrm flipH="1">
              <a:off x="9201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2" name="Google Shape;82;p16">
              <a:extLst>
                <a:ext uri="{FF2B5EF4-FFF2-40B4-BE49-F238E27FC236}">
                  <a16:creationId xmlns:a16="http://schemas.microsoft.com/office/drawing/2014/main" id="{F2231EE1-0ED8-1557-0CD8-7B6855337838}"/>
                </a:ext>
              </a:extLst>
            </p:cNvPr>
            <p:cNvCxnSpPr/>
            <p:nvPr/>
          </p:nvCxnSpPr>
          <p:spPr>
            <a:xfrm flipH="1">
              <a:off x="10367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79" name="组合 278">
            <a:extLst>
              <a:ext uri="{FF2B5EF4-FFF2-40B4-BE49-F238E27FC236}">
                <a16:creationId xmlns:a16="http://schemas.microsoft.com/office/drawing/2014/main" id="{2E4D3ED8-F4A7-4912-8BCB-AED63CB65A24}"/>
              </a:ext>
            </a:extLst>
          </p:cNvPr>
          <p:cNvGrpSpPr>
            <a:grpSpLocks noChangeAspect="1"/>
          </p:cNvGrpSpPr>
          <p:nvPr/>
        </p:nvGrpSpPr>
        <p:grpSpPr>
          <a:xfrm>
            <a:off x="15207615" y="2825075"/>
            <a:ext cx="792480" cy="269875"/>
            <a:chOff x="2119" y="6323"/>
            <a:chExt cx="3552" cy="1210"/>
          </a:xfrm>
          <a:solidFill>
            <a:schemeClr val="bg1">
              <a:lumMod val="95000"/>
            </a:schemeClr>
          </a:solidFill>
        </p:grpSpPr>
        <p:sp>
          <p:nvSpPr>
            <p:cNvPr id="280" name="Google Shape;78;p16">
              <a:extLst>
                <a:ext uri="{FF2B5EF4-FFF2-40B4-BE49-F238E27FC236}">
                  <a16:creationId xmlns:a16="http://schemas.microsoft.com/office/drawing/2014/main" id="{1844C96D-60EE-3088-EBE3-DF4099138B77}"/>
                </a:ext>
              </a:extLst>
            </p:cNvPr>
            <p:cNvSpPr/>
            <p:nvPr/>
          </p:nvSpPr>
          <p:spPr>
            <a:xfrm>
              <a:off x="2119" y="6323"/>
              <a:ext cx="3553" cy="120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81" name="Google Shape;79;p16">
              <a:extLst>
                <a:ext uri="{FF2B5EF4-FFF2-40B4-BE49-F238E27FC236}">
                  <a16:creationId xmlns:a16="http://schemas.microsoft.com/office/drawing/2014/main" id="{0C6C33AC-590D-17B3-D2CB-EE06A8FE53EF}"/>
                </a:ext>
              </a:extLst>
            </p:cNvPr>
            <p:cNvCxnSpPr/>
            <p:nvPr/>
          </p:nvCxnSpPr>
          <p:spPr>
            <a:xfrm flipH="1">
              <a:off x="3327" y="6329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2" name="Google Shape;80;p16">
              <a:extLst>
                <a:ext uri="{FF2B5EF4-FFF2-40B4-BE49-F238E27FC236}">
                  <a16:creationId xmlns:a16="http://schemas.microsoft.com/office/drawing/2014/main" id="{B64EBDC4-6355-7AFD-016D-4BA8C2237A77}"/>
                </a:ext>
              </a:extLst>
            </p:cNvPr>
            <p:cNvCxnSpPr/>
            <p:nvPr/>
          </p:nvCxnSpPr>
          <p:spPr>
            <a:xfrm flipH="1">
              <a:off x="4494" y="6329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94" name="组合 293">
            <a:extLst>
              <a:ext uri="{FF2B5EF4-FFF2-40B4-BE49-F238E27FC236}">
                <a16:creationId xmlns:a16="http://schemas.microsoft.com/office/drawing/2014/main" id="{AA7BC7BB-914F-1E7A-4F00-4A0C0708FB22}"/>
              </a:ext>
            </a:extLst>
          </p:cNvPr>
          <p:cNvGrpSpPr>
            <a:grpSpLocks noChangeAspect="1"/>
          </p:cNvGrpSpPr>
          <p:nvPr/>
        </p:nvGrpSpPr>
        <p:grpSpPr>
          <a:xfrm>
            <a:off x="15207615" y="7184352"/>
            <a:ext cx="792480" cy="269875"/>
            <a:chOff x="2119" y="6323"/>
            <a:chExt cx="3552" cy="1210"/>
          </a:xfrm>
          <a:solidFill>
            <a:schemeClr val="bg1">
              <a:lumMod val="95000"/>
            </a:schemeClr>
          </a:solidFill>
        </p:grpSpPr>
        <p:sp>
          <p:nvSpPr>
            <p:cNvPr id="295" name="Google Shape;78;p16">
              <a:extLst>
                <a:ext uri="{FF2B5EF4-FFF2-40B4-BE49-F238E27FC236}">
                  <a16:creationId xmlns:a16="http://schemas.microsoft.com/office/drawing/2014/main" id="{8E61A53E-123A-5C3A-64A5-84320E4FDEB0}"/>
                </a:ext>
              </a:extLst>
            </p:cNvPr>
            <p:cNvSpPr/>
            <p:nvPr/>
          </p:nvSpPr>
          <p:spPr>
            <a:xfrm>
              <a:off x="2119" y="6323"/>
              <a:ext cx="3553" cy="1204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96" name="Google Shape;79;p16">
              <a:extLst>
                <a:ext uri="{FF2B5EF4-FFF2-40B4-BE49-F238E27FC236}">
                  <a16:creationId xmlns:a16="http://schemas.microsoft.com/office/drawing/2014/main" id="{816244FF-5FD9-EB0F-920E-052630430834}"/>
                </a:ext>
              </a:extLst>
            </p:cNvPr>
            <p:cNvCxnSpPr/>
            <p:nvPr/>
          </p:nvCxnSpPr>
          <p:spPr>
            <a:xfrm flipH="1">
              <a:off x="3327" y="6329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7" name="Google Shape;80;p16">
              <a:extLst>
                <a:ext uri="{FF2B5EF4-FFF2-40B4-BE49-F238E27FC236}">
                  <a16:creationId xmlns:a16="http://schemas.microsoft.com/office/drawing/2014/main" id="{5E5307E8-2E1B-3AFF-CB99-38A21F2958AC}"/>
                </a:ext>
              </a:extLst>
            </p:cNvPr>
            <p:cNvCxnSpPr/>
            <p:nvPr/>
          </p:nvCxnSpPr>
          <p:spPr>
            <a:xfrm flipH="1">
              <a:off x="4494" y="6329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5" name="文本框 304">
            <a:extLst>
              <a:ext uri="{FF2B5EF4-FFF2-40B4-BE49-F238E27FC236}">
                <a16:creationId xmlns:a16="http://schemas.microsoft.com/office/drawing/2014/main" id="{394096C5-77EC-D2B0-C974-57584B7162A8}"/>
              </a:ext>
            </a:extLst>
          </p:cNvPr>
          <p:cNvSpPr txBox="1"/>
          <p:nvPr/>
        </p:nvSpPr>
        <p:spPr>
          <a:xfrm rot="16200000">
            <a:off x="28295599" y="668324"/>
            <a:ext cx="1415772" cy="4144645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4000" b="1" i="1" dirty="0">
                <a:latin typeface="Cambria Math" panose="02040503050406030204" pitchFamily="18" charset="0"/>
                <a:ea typeface="微软雅黑 Light" panose="020B0502040204020203" charset="-122"/>
                <a:cs typeface="Cambria Math" panose="02040503050406030204" pitchFamily="18" charset="0"/>
              </a:rPr>
              <a:t>Topology-Robust  Local Attention</a:t>
            </a:r>
            <a:r>
              <a:rPr lang="en-US" altLang="zh-CN" sz="4000" dirty="0"/>
              <a:t> </a:t>
            </a:r>
          </a:p>
        </p:txBody>
      </p:sp>
      <p:cxnSp>
        <p:nvCxnSpPr>
          <p:cNvPr id="319" name="直接箭头连接符 318">
            <a:extLst>
              <a:ext uri="{FF2B5EF4-FFF2-40B4-BE49-F238E27FC236}">
                <a16:creationId xmlns:a16="http://schemas.microsoft.com/office/drawing/2014/main" id="{4973B906-1C40-D9B5-2550-F36D98A75B36}"/>
              </a:ext>
            </a:extLst>
          </p:cNvPr>
          <p:cNvCxnSpPr>
            <a:stCxn id="187" idx="3"/>
          </p:cNvCxnSpPr>
          <p:nvPr/>
        </p:nvCxnSpPr>
        <p:spPr>
          <a:xfrm>
            <a:off x="22931755" y="6233739"/>
            <a:ext cx="996950" cy="8890"/>
          </a:xfrm>
          <a:prstGeom prst="straightConnector1">
            <a:avLst/>
          </a:prstGeom>
          <a:ln w="28575" cmpd="sng">
            <a:solidFill>
              <a:schemeClr val="accent2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文本框 320">
                <a:extLst>
                  <a:ext uri="{FF2B5EF4-FFF2-40B4-BE49-F238E27FC236}">
                    <a16:creationId xmlns:a16="http://schemas.microsoft.com/office/drawing/2014/main" id="{E6F97CC8-DFAF-E020-3F69-75CAF30F9F0D}"/>
                  </a:ext>
                </a:extLst>
              </p:cNvPr>
              <p:cNvSpPr txBox="1"/>
              <p:nvPr/>
            </p:nvSpPr>
            <p:spPr>
              <a:xfrm>
                <a:off x="8637906" y="3884557"/>
                <a:ext cx="2550160" cy="46863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Edge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Type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: </m:t>
                      </m:r>
                      <m:r>
                        <a:rPr lang="zh-CN" alt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21" name="文本框 320">
                <a:extLst>
                  <a:ext uri="{FF2B5EF4-FFF2-40B4-BE49-F238E27FC236}">
                    <a16:creationId xmlns:a16="http://schemas.microsoft.com/office/drawing/2014/main" id="{E6F97CC8-DFAF-E020-3F69-75CAF30F9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906" y="3884557"/>
                <a:ext cx="2550160" cy="468630"/>
              </a:xfrm>
              <a:prstGeom prst="rect">
                <a:avLst/>
              </a:prstGeom>
              <a:blipFill>
                <a:blip r:embed="rId39"/>
                <a:stretch>
                  <a:fillRect r="-11244" b="-67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5" name="直接箭头连接符 324">
            <a:extLst>
              <a:ext uri="{FF2B5EF4-FFF2-40B4-BE49-F238E27FC236}">
                <a16:creationId xmlns:a16="http://schemas.microsoft.com/office/drawing/2014/main" id="{0C0F88CA-753E-6A5E-1A4F-E42E0AE8C373}"/>
              </a:ext>
            </a:extLst>
          </p:cNvPr>
          <p:cNvCxnSpPr>
            <a:stCxn id="104" idx="2"/>
            <a:endCxn id="221" idx="0"/>
          </p:cNvCxnSpPr>
          <p:nvPr/>
        </p:nvCxnSpPr>
        <p:spPr>
          <a:xfrm>
            <a:off x="11546841" y="3810579"/>
            <a:ext cx="0" cy="1087120"/>
          </a:xfrm>
          <a:prstGeom prst="straightConnector1">
            <a:avLst/>
          </a:prstGeom>
          <a:ln w="28575" cmpd="sng">
            <a:solidFill>
              <a:srgbClr val="00206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2" name="直接箭头连接符 331">
            <a:extLst>
              <a:ext uri="{FF2B5EF4-FFF2-40B4-BE49-F238E27FC236}">
                <a16:creationId xmlns:a16="http://schemas.microsoft.com/office/drawing/2014/main" id="{B99A4563-ACD0-7E03-6F74-406DB842A9D2}"/>
              </a:ext>
            </a:extLst>
          </p:cNvPr>
          <p:cNvCxnSpPr>
            <a:stCxn id="220" idx="0"/>
            <a:endCxn id="221" idx="2"/>
          </p:cNvCxnSpPr>
          <p:nvPr/>
        </p:nvCxnSpPr>
        <p:spPr>
          <a:xfrm flipH="1" flipV="1">
            <a:off x="11546841" y="5977217"/>
            <a:ext cx="0" cy="1059815"/>
          </a:xfrm>
          <a:prstGeom prst="straightConnector1">
            <a:avLst/>
          </a:prstGeom>
          <a:ln w="28575" cmpd="sng">
            <a:solidFill>
              <a:srgbClr val="00206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文本框 335">
                <a:extLst>
                  <a:ext uri="{FF2B5EF4-FFF2-40B4-BE49-F238E27FC236}">
                    <a16:creationId xmlns:a16="http://schemas.microsoft.com/office/drawing/2014/main" id="{A08FF4D5-C172-C65E-2458-FD82C9AA15ED}"/>
                  </a:ext>
                </a:extLst>
              </p:cNvPr>
              <p:cNvSpPr txBox="1"/>
              <p:nvPr/>
            </p:nvSpPr>
            <p:spPr>
              <a:xfrm>
                <a:off x="8638241" y="6352166"/>
                <a:ext cx="2549525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Edge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Type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:</m:t>
                      </m:r>
                      <m:r>
                        <a:rPr lang="zh-CN" alt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36" name="文本框 335">
                <a:extLst>
                  <a:ext uri="{FF2B5EF4-FFF2-40B4-BE49-F238E27FC236}">
                    <a16:creationId xmlns:a16="http://schemas.microsoft.com/office/drawing/2014/main" id="{A08FF4D5-C172-C65E-2458-FD82C9AA1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241" y="6352166"/>
                <a:ext cx="2549525" cy="521970"/>
              </a:xfrm>
              <a:prstGeom prst="rect">
                <a:avLst/>
              </a:prstGeom>
              <a:blipFill>
                <a:blip r:embed="rId40"/>
                <a:stretch>
                  <a:fillRect r="-86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文本框 336">
                <a:extLst>
                  <a:ext uri="{FF2B5EF4-FFF2-40B4-BE49-F238E27FC236}">
                    <a16:creationId xmlns:a16="http://schemas.microsoft.com/office/drawing/2014/main" id="{C5C4C229-D03F-1EB4-CDFC-D29A2A025264}"/>
                  </a:ext>
                </a:extLst>
              </p:cNvPr>
              <p:cNvSpPr txBox="1"/>
              <p:nvPr/>
            </p:nvSpPr>
            <p:spPr>
              <a:xfrm>
                <a:off x="10105391" y="8120976"/>
                <a:ext cx="3060066" cy="86550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28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Source Node: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Source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Type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: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/>
                <a:endParaRPr lang="en-US" altLang="zh-CN" sz="2800" dirty="0"/>
              </a:p>
            </p:txBody>
          </p:sp>
        </mc:Choice>
        <mc:Fallback xmlns="">
          <p:sp>
            <p:nvSpPr>
              <p:cNvPr id="337" name="文本框 336">
                <a:extLst>
                  <a:ext uri="{FF2B5EF4-FFF2-40B4-BE49-F238E27FC236}">
                    <a16:creationId xmlns:a16="http://schemas.microsoft.com/office/drawing/2014/main" id="{C5C4C229-D03F-1EB4-CDFC-D29A2A025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5391" y="8120976"/>
                <a:ext cx="3060066" cy="865505"/>
              </a:xfrm>
              <a:prstGeom prst="rect">
                <a:avLst/>
              </a:prstGeom>
              <a:blipFill>
                <a:blip r:embed="rId41"/>
                <a:stretch>
                  <a:fillRect t="-7042" b="-4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文本框 337">
                <a:extLst>
                  <a:ext uri="{FF2B5EF4-FFF2-40B4-BE49-F238E27FC236}">
                    <a16:creationId xmlns:a16="http://schemas.microsoft.com/office/drawing/2014/main" id="{761F74B6-9C77-EF5E-0E8B-56262C4B1519}"/>
                  </a:ext>
                </a:extLst>
              </p:cNvPr>
              <p:cNvSpPr txBox="1"/>
              <p:nvPr/>
            </p:nvSpPr>
            <p:spPr>
              <a:xfrm>
                <a:off x="10111106" y="1783675"/>
                <a:ext cx="3084830" cy="81216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28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Source Node: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Source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Type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: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sz="2800" dirty="0"/>
              </a:p>
            </p:txBody>
          </p:sp>
        </mc:Choice>
        <mc:Fallback xmlns="">
          <p:sp>
            <p:nvSpPr>
              <p:cNvPr id="338" name="文本框 337">
                <a:extLst>
                  <a:ext uri="{FF2B5EF4-FFF2-40B4-BE49-F238E27FC236}">
                    <a16:creationId xmlns:a16="http://schemas.microsoft.com/office/drawing/2014/main" id="{761F74B6-9C77-EF5E-0E8B-56262C4B1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1106" y="1783675"/>
                <a:ext cx="3084830" cy="812165"/>
              </a:xfrm>
              <a:prstGeom prst="rect">
                <a:avLst/>
              </a:prstGeom>
              <a:blipFill>
                <a:blip r:embed="rId42"/>
                <a:stretch>
                  <a:fillRect t="-8271"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4" name="文本框 383">
                <a:extLst>
                  <a:ext uri="{FF2B5EF4-FFF2-40B4-BE49-F238E27FC236}">
                    <a16:creationId xmlns:a16="http://schemas.microsoft.com/office/drawing/2014/main" id="{12F10F10-3D1F-220A-2FC0-9A15AAC3D120}"/>
                  </a:ext>
                </a:extLst>
              </p:cNvPr>
              <p:cNvSpPr txBox="1"/>
              <p:nvPr/>
            </p:nvSpPr>
            <p:spPr>
              <a:xfrm>
                <a:off x="8217992" y="4927191"/>
                <a:ext cx="2549525" cy="82931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Target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Node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Target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Type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: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/>
                <a:endParaRPr lang="en-US" altLang="zh-CN" sz="2800" dirty="0"/>
              </a:p>
            </p:txBody>
          </p:sp>
        </mc:Choice>
        <mc:Fallback xmlns="">
          <p:sp>
            <p:nvSpPr>
              <p:cNvPr id="384" name="文本框 383">
                <a:extLst>
                  <a:ext uri="{FF2B5EF4-FFF2-40B4-BE49-F238E27FC236}">
                    <a16:creationId xmlns:a16="http://schemas.microsoft.com/office/drawing/2014/main" id="{12F10F10-3D1F-220A-2FC0-9A15AAC3D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992" y="4927191"/>
                <a:ext cx="2549525" cy="829310"/>
              </a:xfrm>
              <a:prstGeom prst="rect">
                <a:avLst/>
              </a:prstGeom>
              <a:blipFill>
                <a:blip r:embed="rId43"/>
                <a:stretch>
                  <a:fillRect r="-8134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ECCD7692-9BEA-EE07-8EB1-F7A19FE81B15}"/>
                  </a:ext>
                </a:extLst>
              </p:cNvPr>
              <p:cNvSpPr txBox="1"/>
              <p:nvPr/>
            </p:nvSpPr>
            <p:spPr>
              <a:xfrm>
                <a:off x="12248215" y="3173674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ECCD7692-9BEA-EE07-8EB1-F7A19FE81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8215" y="3173674"/>
                <a:ext cx="1318895" cy="447040"/>
              </a:xfrm>
              <a:prstGeom prst="rect">
                <a:avLst/>
              </a:prstGeom>
              <a:blipFill>
                <a:blip r:embed="rId44"/>
                <a:stretch>
                  <a:fillRect b="-127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6" name="文本框 385">
                <a:extLst>
                  <a:ext uri="{FF2B5EF4-FFF2-40B4-BE49-F238E27FC236}">
                    <a16:creationId xmlns:a16="http://schemas.microsoft.com/office/drawing/2014/main" id="{A7A59476-20FC-7FDA-A1A4-97BFCAE89C9A}"/>
                  </a:ext>
                </a:extLst>
              </p:cNvPr>
              <p:cNvSpPr txBox="1"/>
              <p:nvPr/>
            </p:nvSpPr>
            <p:spPr>
              <a:xfrm>
                <a:off x="12152964" y="5275524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86" name="文本框 385">
                <a:extLst>
                  <a:ext uri="{FF2B5EF4-FFF2-40B4-BE49-F238E27FC236}">
                    <a16:creationId xmlns:a16="http://schemas.microsoft.com/office/drawing/2014/main" id="{A7A59476-20FC-7FDA-A1A4-97BFCAE89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2964" y="5275524"/>
                <a:ext cx="1318895" cy="447040"/>
              </a:xfrm>
              <a:prstGeom prst="rect">
                <a:avLst/>
              </a:prstGeom>
              <a:blipFill>
                <a:blip r:embed="rId45"/>
                <a:stretch>
                  <a:fillRect b="-1148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7" name="文本框 386">
                <a:extLst>
                  <a:ext uri="{FF2B5EF4-FFF2-40B4-BE49-F238E27FC236}">
                    <a16:creationId xmlns:a16="http://schemas.microsoft.com/office/drawing/2014/main" id="{8AD60534-2380-D1D9-C174-DD5B60AB6781}"/>
                  </a:ext>
                </a:extLst>
              </p:cNvPr>
              <p:cNvSpPr txBox="1"/>
              <p:nvPr/>
            </p:nvSpPr>
            <p:spPr>
              <a:xfrm>
                <a:off x="12236151" y="7406583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40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87" name="文本框 386">
                <a:extLst>
                  <a:ext uri="{FF2B5EF4-FFF2-40B4-BE49-F238E27FC236}">
                    <a16:creationId xmlns:a16="http://schemas.microsoft.com/office/drawing/2014/main" id="{8AD60534-2380-D1D9-C174-DD5B60AB6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151" y="7406583"/>
                <a:ext cx="1318895" cy="447040"/>
              </a:xfrm>
              <a:prstGeom prst="rect">
                <a:avLst/>
              </a:prstGeom>
              <a:blipFill>
                <a:blip r:embed="rId46"/>
                <a:stretch>
                  <a:fillRect b="-127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8" name="文本框 387">
                <a:extLst>
                  <a:ext uri="{FF2B5EF4-FFF2-40B4-BE49-F238E27FC236}">
                    <a16:creationId xmlns:a16="http://schemas.microsoft.com/office/drawing/2014/main" id="{759156CD-71FA-F1AC-8E0D-0F8578DCA381}"/>
                  </a:ext>
                </a:extLst>
              </p:cNvPr>
              <p:cNvSpPr txBox="1"/>
              <p:nvPr/>
            </p:nvSpPr>
            <p:spPr>
              <a:xfrm>
                <a:off x="15055866" y="3223204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h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88" name="文本框 387">
                <a:extLst>
                  <a:ext uri="{FF2B5EF4-FFF2-40B4-BE49-F238E27FC236}">
                    <a16:creationId xmlns:a16="http://schemas.microsoft.com/office/drawing/2014/main" id="{759156CD-71FA-F1AC-8E0D-0F8578DCA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866" y="3223204"/>
                <a:ext cx="1318895" cy="447040"/>
              </a:xfrm>
              <a:prstGeom prst="rect">
                <a:avLst/>
              </a:prstGeom>
              <a:blipFill>
                <a:blip r:embed="rId47"/>
                <a:stretch>
                  <a:fillRect b="-127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AB78EF04-57FC-9B8D-E83E-38D3DAECE7B2}"/>
                  </a:ext>
                </a:extLst>
              </p:cNvPr>
              <p:cNvSpPr txBox="1"/>
              <p:nvPr/>
            </p:nvSpPr>
            <p:spPr>
              <a:xfrm>
                <a:off x="14986651" y="5332039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h</m:t>
                          </m:r>
                        </m:e>
                        <m: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/>
              </a:p>
            </p:txBody>
          </p:sp>
        </mc:Choice>
        <mc:Fallback xmlns=""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AB78EF04-57FC-9B8D-E83E-38D3DAECE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651" y="5332039"/>
                <a:ext cx="1318895" cy="447040"/>
              </a:xfrm>
              <a:prstGeom prst="rect">
                <a:avLst/>
              </a:prstGeom>
              <a:blipFill>
                <a:blip r:embed="rId48"/>
                <a:stretch>
                  <a:fillRect b="-116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0" name="文本框 389">
                <a:extLst>
                  <a:ext uri="{FF2B5EF4-FFF2-40B4-BE49-F238E27FC236}">
                    <a16:creationId xmlns:a16="http://schemas.microsoft.com/office/drawing/2014/main" id="{A7CD6DA6-3156-597E-7C18-93D9941C081F}"/>
                  </a:ext>
                </a:extLst>
              </p:cNvPr>
              <p:cNvSpPr txBox="1"/>
              <p:nvPr/>
            </p:nvSpPr>
            <p:spPr>
              <a:xfrm>
                <a:off x="15108573" y="7543108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h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400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/>
              </a:p>
            </p:txBody>
          </p:sp>
        </mc:Choice>
        <mc:Fallback xmlns="">
          <p:sp>
            <p:nvSpPr>
              <p:cNvPr id="390" name="文本框 389">
                <a:extLst>
                  <a:ext uri="{FF2B5EF4-FFF2-40B4-BE49-F238E27FC236}">
                    <a16:creationId xmlns:a16="http://schemas.microsoft.com/office/drawing/2014/main" id="{A7CD6DA6-3156-597E-7C18-93D9941C0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8573" y="7543108"/>
                <a:ext cx="1318895" cy="447040"/>
              </a:xfrm>
              <a:prstGeom prst="rect">
                <a:avLst/>
              </a:prstGeom>
              <a:blipFill>
                <a:blip r:embed="rId49"/>
                <a:stretch>
                  <a:fillRect b="-125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1" name="直接箭头连接符 390">
            <a:extLst>
              <a:ext uri="{FF2B5EF4-FFF2-40B4-BE49-F238E27FC236}">
                <a16:creationId xmlns:a16="http://schemas.microsoft.com/office/drawing/2014/main" id="{4C7AC515-0CC4-78A2-D65D-CFA36A690B82}"/>
              </a:ext>
            </a:extLst>
          </p:cNvPr>
          <p:cNvCxnSpPr>
            <a:stCxn id="195" idx="3"/>
          </p:cNvCxnSpPr>
          <p:nvPr/>
        </p:nvCxnSpPr>
        <p:spPr>
          <a:xfrm>
            <a:off x="29886274" y="5403812"/>
            <a:ext cx="2280920" cy="825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9" name="文本框 398">
                <a:extLst>
                  <a:ext uri="{FF2B5EF4-FFF2-40B4-BE49-F238E27FC236}">
                    <a16:creationId xmlns:a16="http://schemas.microsoft.com/office/drawing/2014/main" id="{5F481557-0305-55BE-AE72-8619E6A3CDCF}"/>
                  </a:ext>
                </a:extLst>
              </p:cNvPr>
              <p:cNvSpPr txBox="1"/>
              <p:nvPr/>
            </p:nvSpPr>
            <p:spPr>
              <a:xfrm>
                <a:off x="24852966" y="7124009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99" name="文本框 398">
                <a:extLst>
                  <a:ext uri="{FF2B5EF4-FFF2-40B4-BE49-F238E27FC236}">
                    <a16:creationId xmlns:a16="http://schemas.microsoft.com/office/drawing/2014/main" id="{5F481557-0305-55BE-AE72-8619E6A3C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2966" y="7124009"/>
                <a:ext cx="1318895" cy="447040"/>
              </a:xfrm>
              <a:prstGeom prst="rect">
                <a:avLst/>
              </a:prstGeom>
              <a:blipFill>
                <a:blip r:embed="rId50"/>
                <a:stretch>
                  <a:fillRect b="-127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" name="文本框 399">
                <a:extLst>
                  <a:ext uri="{FF2B5EF4-FFF2-40B4-BE49-F238E27FC236}">
                    <a16:creationId xmlns:a16="http://schemas.microsoft.com/office/drawing/2014/main" id="{0A4F9C51-123F-0C50-AF21-D72C442B070A}"/>
                  </a:ext>
                </a:extLst>
              </p:cNvPr>
              <p:cNvSpPr txBox="1"/>
              <p:nvPr/>
            </p:nvSpPr>
            <p:spPr>
              <a:xfrm>
                <a:off x="24883651" y="2828204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400" name="文本框 399">
                <a:extLst>
                  <a:ext uri="{FF2B5EF4-FFF2-40B4-BE49-F238E27FC236}">
                    <a16:creationId xmlns:a16="http://schemas.microsoft.com/office/drawing/2014/main" id="{0A4F9C51-123F-0C50-AF21-D72C442B0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3651" y="2828204"/>
                <a:ext cx="1318895" cy="447040"/>
              </a:xfrm>
              <a:prstGeom prst="rect">
                <a:avLst/>
              </a:prstGeom>
              <a:blipFill>
                <a:blip r:embed="rId51"/>
                <a:stretch>
                  <a:fillRect b="-127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5E9878DC-2647-1218-0362-D01C3E1E341B}"/>
              </a:ext>
            </a:extLst>
          </p:cNvPr>
          <p:cNvGrpSpPr/>
          <p:nvPr/>
        </p:nvGrpSpPr>
        <p:grpSpPr>
          <a:xfrm>
            <a:off x="31984314" y="5224089"/>
            <a:ext cx="1056640" cy="369570"/>
            <a:chOff x="66635" y="7379"/>
            <a:chExt cx="1664" cy="582"/>
          </a:xfrm>
        </p:grpSpPr>
        <p:sp>
          <p:nvSpPr>
            <p:cNvPr id="409" name="Google Shape;78;p16">
              <a:extLst>
                <a:ext uri="{FF2B5EF4-FFF2-40B4-BE49-F238E27FC236}">
                  <a16:creationId xmlns:a16="http://schemas.microsoft.com/office/drawing/2014/main" id="{20BBB729-2DAE-BA25-CA01-F3454E427322}"/>
                </a:ext>
              </a:extLst>
            </p:cNvPr>
            <p:cNvSpPr/>
            <p:nvPr/>
          </p:nvSpPr>
          <p:spPr>
            <a:xfrm>
              <a:off x="67748" y="7397"/>
              <a:ext cx="546" cy="564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10" name="Google Shape;78;p16">
              <a:extLst>
                <a:ext uri="{FF2B5EF4-FFF2-40B4-BE49-F238E27FC236}">
                  <a16:creationId xmlns:a16="http://schemas.microsoft.com/office/drawing/2014/main" id="{FED1C97F-C346-FFF5-DDF7-17DA14890867}"/>
                </a:ext>
              </a:extLst>
            </p:cNvPr>
            <p:cNvSpPr/>
            <p:nvPr/>
          </p:nvSpPr>
          <p:spPr>
            <a:xfrm>
              <a:off x="66647" y="7397"/>
              <a:ext cx="546" cy="564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11" name="Google Shape;78;p16">
              <a:extLst>
                <a:ext uri="{FF2B5EF4-FFF2-40B4-BE49-F238E27FC236}">
                  <a16:creationId xmlns:a16="http://schemas.microsoft.com/office/drawing/2014/main" id="{52EB9030-A323-AE07-3BA9-0572989BBA1C}"/>
                </a:ext>
              </a:extLst>
            </p:cNvPr>
            <p:cNvSpPr/>
            <p:nvPr/>
          </p:nvSpPr>
          <p:spPr>
            <a:xfrm>
              <a:off x="67207" y="7379"/>
              <a:ext cx="546" cy="564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75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412" name="组合 411">
              <a:extLst>
                <a:ext uri="{FF2B5EF4-FFF2-40B4-BE49-F238E27FC236}">
                  <a16:creationId xmlns:a16="http://schemas.microsoft.com/office/drawing/2014/main" id="{DDEF6C58-F199-71C7-095F-3296BBFBAB0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6635" y="7394"/>
              <a:ext cx="1664" cy="567"/>
              <a:chOff x="2119" y="6323"/>
              <a:chExt cx="3552" cy="1210"/>
            </a:xfrm>
            <a:noFill/>
          </p:grpSpPr>
          <p:sp>
            <p:nvSpPr>
              <p:cNvPr id="413" name="Google Shape;78;p16">
                <a:extLst>
                  <a:ext uri="{FF2B5EF4-FFF2-40B4-BE49-F238E27FC236}">
                    <a16:creationId xmlns:a16="http://schemas.microsoft.com/office/drawing/2014/main" id="{57A74700-3B8A-6806-D1FC-CF710D32CC04}"/>
                  </a:ext>
                </a:extLst>
              </p:cNvPr>
              <p:cNvSpPr/>
              <p:nvPr/>
            </p:nvSpPr>
            <p:spPr>
              <a:xfrm>
                <a:off x="2119" y="6323"/>
                <a:ext cx="3553" cy="1204"/>
              </a:xfrm>
              <a:prstGeom prst="roundRect">
                <a:avLst>
                  <a:gd name="adj" fmla="val 16667"/>
                </a:avLst>
              </a:prstGeom>
              <a:grpFill/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414" name="Google Shape;79;p16">
                <a:extLst>
                  <a:ext uri="{FF2B5EF4-FFF2-40B4-BE49-F238E27FC236}">
                    <a16:creationId xmlns:a16="http://schemas.microsoft.com/office/drawing/2014/main" id="{77BE88DC-307D-5ABC-E6E1-AE748BE6B8AF}"/>
                  </a:ext>
                </a:extLst>
              </p:cNvPr>
              <p:cNvCxnSpPr/>
              <p:nvPr/>
            </p:nvCxnSpPr>
            <p:spPr>
              <a:xfrm flipH="1">
                <a:off x="3327" y="6329"/>
                <a:ext cx="12" cy="1204"/>
              </a:xfrm>
              <a:prstGeom prst="straightConnector1">
                <a:avLst/>
              </a:prstGeom>
              <a:grp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5" name="Google Shape;80;p16">
                <a:extLst>
                  <a:ext uri="{FF2B5EF4-FFF2-40B4-BE49-F238E27FC236}">
                    <a16:creationId xmlns:a16="http://schemas.microsoft.com/office/drawing/2014/main" id="{6BC4E79F-93F2-7CC4-6222-8126448BEEAA}"/>
                  </a:ext>
                </a:extLst>
              </p:cNvPr>
              <p:cNvCxnSpPr/>
              <p:nvPr/>
            </p:nvCxnSpPr>
            <p:spPr>
              <a:xfrm flipH="1">
                <a:off x="4494" y="6329"/>
                <a:ext cx="12" cy="1204"/>
              </a:xfrm>
              <a:prstGeom prst="straightConnector1">
                <a:avLst/>
              </a:prstGeom>
              <a:grp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文本框 415">
                <a:extLst>
                  <a:ext uri="{FF2B5EF4-FFF2-40B4-BE49-F238E27FC236}">
                    <a16:creationId xmlns:a16="http://schemas.microsoft.com/office/drawing/2014/main" id="{44A51019-D973-1AAA-E3AA-E0C28F1DCDEE}"/>
                  </a:ext>
                </a:extLst>
              </p:cNvPr>
              <p:cNvSpPr txBox="1"/>
              <p:nvPr/>
            </p:nvSpPr>
            <p:spPr>
              <a:xfrm>
                <a:off x="31861775" y="4567499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h</m:t>
                          </m:r>
                        </m:e>
                        <m: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416" name="文本框 415">
                <a:extLst>
                  <a:ext uri="{FF2B5EF4-FFF2-40B4-BE49-F238E27FC236}">
                    <a16:creationId xmlns:a16="http://schemas.microsoft.com/office/drawing/2014/main" id="{44A51019-D973-1AAA-E3AA-E0C28F1DC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1775" y="4567499"/>
                <a:ext cx="1318895" cy="447040"/>
              </a:xfrm>
              <a:prstGeom prst="rect">
                <a:avLst/>
              </a:prstGeom>
              <a:blipFill>
                <a:blip r:embed="rId52"/>
                <a:stretch>
                  <a:fillRect b="-1148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7" name="图片 416" descr="加号">
            <a:extLst>
              <a:ext uri="{FF2B5EF4-FFF2-40B4-BE49-F238E27FC236}">
                <a16:creationId xmlns:a16="http://schemas.microsoft.com/office/drawing/2014/main" id="{5CB50A77-9D17-AB22-7F2C-644C936FF755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7396440" y="7576763"/>
            <a:ext cx="539750" cy="539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1F7F4D90-FACE-39D9-9A72-9BD84668A3DE}"/>
                  </a:ext>
                </a:extLst>
              </p:cNvPr>
              <p:cNvSpPr txBox="1"/>
              <p:nvPr/>
            </p:nvSpPr>
            <p:spPr>
              <a:xfrm>
                <a:off x="28042888" y="7461828"/>
                <a:ext cx="323913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4000">
                    <a:latin typeface="Cambria Math" panose="02040503050406030204" pitchFamily="18" charset="0"/>
                    <a:cs typeface="Cambria Math" panose="02040503050406030204" pitchFamily="18" charset="0"/>
                  </a:rPr>
                  <a:t>concatenate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/>
              </a:p>
            </p:txBody>
          </p:sp>
        </mc:Choice>
        <mc:Fallback xmlns=""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1F7F4D90-FACE-39D9-9A72-9BD84668A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2888" y="7461828"/>
                <a:ext cx="3239135" cy="447040"/>
              </a:xfrm>
              <a:prstGeom prst="rect">
                <a:avLst/>
              </a:prstGeom>
              <a:blipFill>
                <a:blip r:embed="rId53"/>
                <a:stretch>
                  <a:fillRect l="-6579" t="-24658" b="-1178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9" name="图片 418" descr="叉号">
            <a:extLst>
              <a:ext uri="{FF2B5EF4-FFF2-40B4-BE49-F238E27FC236}">
                <a16:creationId xmlns:a16="http://schemas.microsoft.com/office/drawing/2014/main" id="{7464E45A-3B2A-D350-CFF7-A06A292236E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7397075" y="8258118"/>
            <a:ext cx="539750" cy="539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文本框 419">
                <a:extLst>
                  <a:ext uri="{FF2B5EF4-FFF2-40B4-BE49-F238E27FC236}">
                    <a16:creationId xmlns:a16="http://schemas.microsoft.com/office/drawing/2014/main" id="{EA67A36A-D1B2-F5F2-F34A-EFF9048253D2}"/>
                  </a:ext>
                </a:extLst>
              </p:cNvPr>
              <p:cNvSpPr txBox="1"/>
              <p:nvPr/>
            </p:nvSpPr>
            <p:spPr>
              <a:xfrm>
                <a:off x="28047968" y="8137468"/>
                <a:ext cx="323913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4000">
                    <a:latin typeface="Cambria Math" panose="02040503050406030204" pitchFamily="18" charset="0"/>
                    <a:cs typeface="Cambria Math" panose="02040503050406030204" pitchFamily="18" charset="0"/>
                  </a:rPr>
                  <a:t>product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/>
              </a:p>
            </p:txBody>
          </p:sp>
        </mc:Choice>
        <mc:Fallback xmlns="">
          <p:sp>
            <p:nvSpPr>
              <p:cNvPr id="420" name="文本框 419">
                <a:extLst>
                  <a:ext uri="{FF2B5EF4-FFF2-40B4-BE49-F238E27FC236}">
                    <a16:creationId xmlns:a16="http://schemas.microsoft.com/office/drawing/2014/main" id="{EA67A36A-D1B2-F5F2-F34A-EFF904825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7968" y="8137468"/>
                <a:ext cx="3239135" cy="447040"/>
              </a:xfrm>
              <a:prstGeom prst="rect">
                <a:avLst/>
              </a:prstGeom>
              <a:blipFill>
                <a:blip r:embed="rId54"/>
                <a:stretch>
                  <a:fillRect l="-6591" t="-24658" b="-116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1" name="椭圆 420">
            <a:extLst>
              <a:ext uri="{FF2B5EF4-FFF2-40B4-BE49-F238E27FC236}">
                <a16:creationId xmlns:a16="http://schemas.microsoft.com/office/drawing/2014/main" id="{9CDDE7A1-21E0-4274-5205-1970660D663C}"/>
              </a:ext>
            </a:extLst>
          </p:cNvPr>
          <p:cNvSpPr>
            <a:spLocks noChangeAspect="1"/>
          </p:cNvSpPr>
          <p:nvPr/>
        </p:nvSpPr>
        <p:spPr>
          <a:xfrm>
            <a:off x="33993607" y="2954780"/>
            <a:ext cx="4973320" cy="4973320"/>
          </a:xfrm>
          <a:prstGeom prst="ellipse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 w="63500" cmpd="sng">
            <a:solidFill>
              <a:schemeClr val="tx1">
                <a:alpha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2" name="椭圆 421">
            <a:extLst>
              <a:ext uri="{FF2B5EF4-FFF2-40B4-BE49-F238E27FC236}">
                <a16:creationId xmlns:a16="http://schemas.microsoft.com/office/drawing/2014/main" id="{34D7D3C8-D5E9-9C65-6EBB-A61F4580A9BF}"/>
              </a:ext>
            </a:extLst>
          </p:cNvPr>
          <p:cNvSpPr>
            <a:spLocks noChangeAspect="1"/>
          </p:cNvSpPr>
          <p:nvPr/>
        </p:nvSpPr>
        <p:spPr>
          <a:xfrm>
            <a:off x="35059788" y="4666756"/>
            <a:ext cx="1800225" cy="1800225"/>
          </a:xfrm>
          <a:prstGeom prst="ellipse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 w="635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23" name="组合 422">
            <a:extLst>
              <a:ext uri="{FF2B5EF4-FFF2-40B4-BE49-F238E27FC236}">
                <a16:creationId xmlns:a16="http://schemas.microsoft.com/office/drawing/2014/main" id="{98ED6D80-BA96-C709-2C76-0F4A07C9BE0B}"/>
              </a:ext>
            </a:extLst>
          </p:cNvPr>
          <p:cNvGrpSpPr>
            <a:grpSpLocks noChangeAspect="1"/>
          </p:cNvGrpSpPr>
          <p:nvPr/>
        </p:nvGrpSpPr>
        <p:grpSpPr>
          <a:xfrm>
            <a:off x="35452853" y="1582561"/>
            <a:ext cx="5164455" cy="6894945"/>
            <a:chOff x="9255" y="436"/>
            <a:chExt cx="4232" cy="5650"/>
          </a:xfrm>
          <a:solidFill>
            <a:schemeClr val="accent1">
              <a:lumMod val="20000"/>
              <a:lumOff val="80000"/>
              <a:alpha val="20000"/>
            </a:schemeClr>
          </a:solidFill>
        </p:grpSpPr>
        <p:pic>
          <p:nvPicPr>
            <p:cNvPr id="424" name="图片 423" descr="target node">
              <a:extLst>
                <a:ext uri="{FF2B5EF4-FFF2-40B4-BE49-F238E27FC236}">
                  <a16:creationId xmlns:a16="http://schemas.microsoft.com/office/drawing/2014/main" id="{2946DFCE-8DD8-830C-0953-192FB41CA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609" y="1783"/>
              <a:ext cx="869" cy="869"/>
            </a:xfrm>
            <a:prstGeom prst="rect">
              <a:avLst/>
            </a:prstGeom>
            <a:grpFill/>
          </p:spPr>
        </p:pic>
        <p:pic>
          <p:nvPicPr>
            <p:cNvPr id="425" name="图片 424" descr="herb node">
              <a:extLst>
                <a:ext uri="{FF2B5EF4-FFF2-40B4-BE49-F238E27FC236}">
                  <a16:creationId xmlns:a16="http://schemas.microsoft.com/office/drawing/2014/main" id="{2F975805-31C5-FAB5-3EDA-16DA2C2AE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9255" y="3271"/>
              <a:ext cx="869" cy="869"/>
            </a:xfrm>
            <a:prstGeom prst="rect">
              <a:avLst/>
            </a:prstGeom>
            <a:grpFill/>
          </p:spPr>
        </p:pic>
        <p:pic>
          <p:nvPicPr>
            <p:cNvPr id="426" name="图片 425" descr="herb node">
              <a:extLst>
                <a:ext uri="{FF2B5EF4-FFF2-40B4-BE49-F238E27FC236}">
                  <a16:creationId xmlns:a16="http://schemas.microsoft.com/office/drawing/2014/main" id="{EFE9ED87-E0FC-B58C-E4FE-B97ABD3A2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2619" y="2403"/>
              <a:ext cx="868" cy="868"/>
            </a:xfrm>
            <a:prstGeom prst="rect">
              <a:avLst/>
            </a:prstGeom>
            <a:grpFill/>
          </p:spPr>
        </p:pic>
        <p:pic>
          <p:nvPicPr>
            <p:cNvPr id="427" name="图片 426" descr="molecule node">
              <a:extLst>
                <a:ext uri="{FF2B5EF4-FFF2-40B4-BE49-F238E27FC236}">
                  <a16:creationId xmlns:a16="http://schemas.microsoft.com/office/drawing/2014/main" id="{0215A49A-D14D-5B39-3152-F08D2EDE0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0797" y="3948"/>
              <a:ext cx="868" cy="868"/>
            </a:xfrm>
            <a:prstGeom prst="rect">
              <a:avLst/>
            </a:prstGeom>
            <a:grpFill/>
          </p:spPr>
        </p:pic>
        <p:pic>
          <p:nvPicPr>
            <p:cNvPr id="428" name="图片 427" descr="molecule node">
              <a:extLst>
                <a:ext uri="{FF2B5EF4-FFF2-40B4-BE49-F238E27FC236}">
                  <a16:creationId xmlns:a16="http://schemas.microsoft.com/office/drawing/2014/main" id="{372478C8-246F-403E-4EC7-E42B91523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0673" y="2652"/>
              <a:ext cx="868" cy="868"/>
            </a:xfrm>
            <a:prstGeom prst="rect">
              <a:avLst/>
            </a:prstGeom>
            <a:grpFill/>
          </p:spPr>
        </p:pic>
        <p:pic>
          <p:nvPicPr>
            <p:cNvPr id="429" name="图片 428" descr="disease node">
              <a:extLst>
                <a:ext uri="{FF2B5EF4-FFF2-40B4-BE49-F238E27FC236}">
                  <a16:creationId xmlns:a16="http://schemas.microsoft.com/office/drawing/2014/main" id="{618E5C55-FA4A-90F4-1596-1679EE9B2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9539" y="436"/>
              <a:ext cx="869" cy="869"/>
            </a:xfrm>
            <a:prstGeom prst="rect">
              <a:avLst/>
            </a:prstGeom>
            <a:grpFill/>
          </p:spPr>
        </p:pic>
        <p:cxnSp>
          <p:nvCxnSpPr>
            <p:cNvPr id="430" name="直接连接符 429">
              <a:extLst>
                <a:ext uri="{FF2B5EF4-FFF2-40B4-BE49-F238E27FC236}">
                  <a16:creationId xmlns:a16="http://schemas.microsoft.com/office/drawing/2014/main" id="{47ADF3F9-3129-B0C0-7DD5-92C52B70F41F}"/>
                </a:ext>
              </a:extLst>
            </p:cNvPr>
            <p:cNvCxnSpPr>
              <a:stCxn id="429" idx="2"/>
              <a:endCxn id="424" idx="0"/>
            </p:cNvCxnSpPr>
            <p:nvPr/>
          </p:nvCxnSpPr>
          <p:spPr>
            <a:xfrm>
              <a:off x="9974" y="1305"/>
              <a:ext cx="70" cy="478"/>
            </a:xfrm>
            <a:prstGeom prst="line">
              <a:avLst/>
            </a:prstGeom>
            <a:ln w="101600" cmpd="dbl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1" name="直接连接符 430">
              <a:extLst>
                <a:ext uri="{FF2B5EF4-FFF2-40B4-BE49-F238E27FC236}">
                  <a16:creationId xmlns:a16="http://schemas.microsoft.com/office/drawing/2014/main" id="{0284E25C-15A6-98D1-4F16-40D3797BE8D9}"/>
                </a:ext>
              </a:extLst>
            </p:cNvPr>
            <p:cNvCxnSpPr>
              <a:endCxn id="427" idx="3"/>
            </p:cNvCxnSpPr>
            <p:nvPr/>
          </p:nvCxnSpPr>
          <p:spPr>
            <a:xfrm flipH="1">
              <a:off x="11664" y="4112"/>
              <a:ext cx="961" cy="270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2" name="直接连接符 431">
              <a:extLst>
                <a:ext uri="{FF2B5EF4-FFF2-40B4-BE49-F238E27FC236}">
                  <a16:creationId xmlns:a16="http://schemas.microsoft.com/office/drawing/2014/main" id="{3649C9EF-9A41-4584-D571-5D297D749294}"/>
                </a:ext>
              </a:extLst>
            </p:cNvPr>
            <p:cNvCxnSpPr/>
            <p:nvPr/>
          </p:nvCxnSpPr>
          <p:spPr>
            <a:xfrm flipH="1" flipV="1">
              <a:off x="10106" y="3908"/>
              <a:ext cx="729" cy="290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3" name="直接连接符 432">
              <a:extLst>
                <a:ext uri="{FF2B5EF4-FFF2-40B4-BE49-F238E27FC236}">
                  <a16:creationId xmlns:a16="http://schemas.microsoft.com/office/drawing/2014/main" id="{7D6D1611-B209-EE5D-F65F-5B5D20E312A0}"/>
                </a:ext>
              </a:extLst>
            </p:cNvPr>
            <p:cNvCxnSpPr/>
            <p:nvPr/>
          </p:nvCxnSpPr>
          <p:spPr>
            <a:xfrm flipV="1">
              <a:off x="10032" y="3215"/>
              <a:ext cx="654" cy="235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  <a:head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4" name="直接连接符 433">
              <a:extLst>
                <a:ext uri="{FF2B5EF4-FFF2-40B4-BE49-F238E27FC236}">
                  <a16:creationId xmlns:a16="http://schemas.microsoft.com/office/drawing/2014/main" id="{136920C5-22B0-8E7B-3BA1-A3D336269D3C}"/>
                </a:ext>
              </a:extLst>
            </p:cNvPr>
            <p:cNvCxnSpPr>
              <a:stCxn id="426" idx="1"/>
            </p:cNvCxnSpPr>
            <p:nvPr/>
          </p:nvCxnSpPr>
          <p:spPr>
            <a:xfrm flipH="1">
              <a:off x="11541" y="2837"/>
              <a:ext cx="1078" cy="353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435" name="图片 434" descr="herb node">
              <a:extLst>
                <a:ext uri="{FF2B5EF4-FFF2-40B4-BE49-F238E27FC236}">
                  <a16:creationId xmlns:a16="http://schemas.microsoft.com/office/drawing/2014/main" id="{ACD3C093-5958-59D2-97A4-B3AD729D1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2532" y="4493"/>
              <a:ext cx="868" cy="868"/>
            </a:xfrm>
            <a:prstGeom prst="rect">
              <a:avLst/>
            </a:prstGeom>
            <a:grpFill/>
          </p:spPr>
        </p:pic>
        <p:cxnSp>
          <p:nvCxnSpPr>
            <p:cNvPr id="436" name="直接连接符 435">
              <a:extLst>
                <a:ext uri="{FF2B5EF4-FFF2-40B4-BE49-F238E27FC236}">
                  <a16:creationId xmlns:a16="http://schemas.microsoft.com/office/drawing/2014/main" id="{43C0D59D-8B39-E5CA-EC31-D42D879FB5D0}"/>
                </a:ext>
              </a:extLst>
            </p:cNvPr>
            <p:cNvCxnSpPr/>
            <p:nvPr/>
          </p:nvCxnSpPr>
          <p:spPr>
            <a:xfrm>
              <a:off x="11576" y="4641"/>
              <a:ext cx="974" cy="143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  <a:head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7" name="直接连接符 436">
              <a:extLst>
                <a:ext uri="{FF2B5EF4-FFF2-40B4-BE49-F238E27FC236}">
                  <a16:creationId xmlns:a16="http://schemas.microsoft.com/office/drawing/2014/main" id="{CA860F8F-5A5C-D181-4F1C-35E1F280CB72}"/>
                </a:ext>
              </a:extLst>
            </p:cNvPr>
            <p:cNvCxnSpPr>
              <a:stCxn id="425" idx="0"/>
            </p:cNvCxnSpPr>
            <p:nvPr/>
          </p:nvCxnSpPr>
          <p:spPr>
            <a:xfrm flipV="1">
              <a:off x="9690" y="2633"/>
              <a:ext cx="203" cy="638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  <a:head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438" name="图片 437" descr="molecule node">
              <a:extLst>
                <a:ext uri="{FF2B5EF4-FFF2-40B4-BE49-F238E27FC236}">
                  <a16:creationId xmlns:a16="http://schemas.microsoft.com/office/drawing/2014/main" id="{5D243589-5B86-A438-0B8F-5AAA1010F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0797" y="719"/>
              <a:ext cx="868" cy="868"/>
            </a:xfrm>
            <a:prstGeom prst="rect">
              <a:avLst/>
            </a:prstGeom>
            <a:grpFill/>
          </p:spPr>
        </p:pic>
        <p:cxnSp>
          <p:nvCxnSpPr>
            <p:cNvPr id="439" name="直接连接符 438">
              <a:extLst>
                <a:ext uri="{FF2B5EF4-FFF2-40B4-BE49-F238E27FC236}">
                  <a16:creationId xmlns:a16="http://schemas.microsoft.com/office/drawing/2014/main" id="{B9815ECD-C52D-1549-2686-A374995358B3}"/>
                </a:ext>
              </a:extLst>
            </p:cNvPr>
            <p:cNvCxnSpPr/>
            <p:nvPr/>
          </p:nvCxnSpPr>
          <p:spPr>
            <a:xfrm flipH="1">
              <a:off x="10338" y="1420"/>
              <a:ext cx="592" cy="496"/>
            </a:xfrm>
            <a:prstGeom prst="line">
              <a:avLst/>
            </a:prstGeom>
            <a:ln w="82550">
              <a:solidFill>
                <a:schemeClr val="tx1"/>
              </a:solidFill>
              <a:prstDash val="dash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440" name="图片 439" descr="target node">
              <a:extLst>
                <a:ext uri="{FF2B5EF4-FFF2-40B4-BE49-F238E27FC236}">
                  <a16:creationId xmlns:a16="http://schemas.microsoft.com/office/drawing/2014/main" id="{17F55523-D97D-E4B0-0E91-8A491A2F0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2135" y="1383"/>
              <a:ext cx="869" cy="869"/>
            </a:xfrm>
            <a:prstGeom prst="rect">
              <a:avLst/>
            </a:prstGeom>
            <a:grpFill/>
          </p:spPr>
        </p:pic>
        <p:cxnSp>
          <p:nvCxnSpPr>
            <p:cNvPr id="441" name="直接连接符 440">
              <a:extLst>
                <a:ext uri="{FF2B5EF4-FFF2-40B4-BE49-F238E27FC236}">
                  <a16:creationId xmlns:a16="http://schemas.microsoft.com/office/drawing/2014/main" id="{1561D267-B3F4-951D-62BA-6D6C981ACA34}"/>
                </a:ext>
              </a:extLst>
            </p:cNvPr>
            <p:cNvCxnSpPr/>
            <p:nvPr/>
          </p:nvCxnSpPr>
          <p:spPr>
            <a:xfrm flipH="1">
              <a:off x="11344" y="2010"/>
              <a:ext cx="816" cy="688"/>
            </a:xfrm>
            <a:prstGeom prst="line">
              <a:avLst/>
            </a:prstGeom>
            <a:ln w="82550">
              <a:solidFill>
                <a:schemeClr val="tx1"/>
              </a:solidFill>
              <a:prstDash val="dash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442" name="图片 441" descr="herb node">
              <a:extLst>
                <a:ext uri="{FF2B5EF4-FFF2-40B4-BE49-F238E27FC236}">
                  <a16:creationId xmlns:a16="http://schemas.microsoft.com/office/drawing/2014/main" id="{A8314C13-0288-F2EF-71E2-40BF7419D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2619" y="3554"/>
              <a:ext cx="868" cy="868"/>
            </a:xfrm>
            <a:prstGeom prst="rect">
              <a:avLst/>
            </a:prstGeom>
            <a:grpFill/>
          </p:spPr>
        </p:pic>
        <p:pic>
          <p:nvPicPr>
            <p:cNvPr id="443" name="图片 442" descr="target node">
              <a:extLst>
                <a:ext uri="{FF2B5EF4-FFF2-40B4-BE49-F238E27FC236}">
                  <a16:creationId xmlns:a16="http://schemas.microsoft.com/office/drawing/2014/main" id="{94080472-A183-B7A0-B5B6-02B431E95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621" y="5217"/>
              <a:ext cx="869" cy="869"/>
            </a:xfrm>
            <a:prstGeom prst="rect">
              <a:avLst/>
            </a:prstGeom>
            <a:grpFill/>
          </p:spPr>
        </p:pic>
        <p:cxnSp>
          <p:nvCxnSpPr>
            <p:cNvPr id="444" name="直接连接符 443">
              <a:extLst>
                <a:ext uri="{FF2B5EF4-FFF2-40B4-BE49-F238E27FC236}">
                  <a16:creationId xmlns:a16="http://schemas.microsoft.com/office/drawing/2014/main" id="{43E65C1E-7623-C9A2-4DD7-F047C641755D}"/>
                </a:ext>
              </a:extLst>
            </p:cNvPr>
            <p:cNvCxnSpPr/>
            <p:nvPr/>
          </p:nvCxnSpPr>
          <p:spPr>
            <a:xfrm flipH="1" flipV="1">
              <a:off x="11418" y="4772"/>
              <a:ext cx="335" cy="535"/>
            </a:xfrm>
            <a:prstGeom prst="line">
              <a:avLst/>
            </a:prstGeom>
            <a:ln w="82550">
              <a:solidFill>
                <a:schemeClr val="tx1"/>
              </a:solidFill>
              <a:prstDash val="dash"/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458" name="图片 457" descr="herb node">
            <a:extLst>
              <a:ext uri="{FF2B5EF4-FFF2-40B4-BE49-F238E27FC236}">
                <a16:creationId xmlns:a16="http://schemas.microsoft.com/office/drawing/2014/main" id="{71304900-54CA-DBEF-E023-7520CC9423FA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821562" y="14511058"/>
            <a:ext cx="995045" cy="995045"/>
          </a:xfrm>
          <a:prstGeom prst="rect">
            <a:avLst/>
          </a:prstGeom>
        </p:spPr>
      </p:pic>
      <p:grpSp>
        <p:nvGrpSpPr>
          <p:cNvPr id="497" name="组合 496">
            <a:extLst>
              <a:ext uri="{FF2B5EF4-FFF2-40B4-BE49-F238E27FC236}">
                <a16:creationId xmlns:a16="http://schemas.microsoft.com/office/drawing/2014/main" id="{17B72D61-6A6D-EFFD-1C73-DA97BD83528C}"/>
              </a:ext>
            </a:extLst>
          </p:cNvPr>
          <p:cNvGrpSpPr>
            <a:grpSpLocks noChangeAspect="1"/>
          </p:cNvGrpSpPr>
          <p:nvPr/>
        </p:nvGrpSpPr>
        <p:grpSpPr>
          <a:xfrm>
            <a:off x="15705455" y="11259185"/>
            <a:ext cx="970280" cy="248920"/>
            <a:chOff x="366" y="509"/>
            <a:chExt cx="4718" cy="1210"/>
          </a:xfrm>
        </p:grpSpPr>
        <p:sp>
          <p:nvSpPr>
            <p:cNvPr id="498" name="Google Shape;78;p16">
              <a:extLst>
                <a:ext uri="{FF2B5EF4-FFF2-40B4-BE49-F238E27FC236}">
                  <a16:creationId xmlns:a16="http://schemas.microsoft.com/office/drawing/2014/main" id="{15877B71-02BF-D5E5-9BF2-0C44CAD79C6E}"/>
                </a:ext>
              </a:extLst>
            </p:cNvPr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499" name="Google Shape;79;p16">
              <a:extLst>
                <a:ext uri="{FF2B5EF4-FFF2-40B4-BE49-F238E27FC236}">
                  <a16:creationId xmlns:a16="http://schemas.microsoft.com/office/drawing/2014/main" id="{10991399-A8D6-2E23-EC7B-103D2E788C55}"/>
                </a:ext>
              </a:extLst>
            </p:cNvPr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0" name="Google Shape;80;p16">
              <a:extLst>
                <a:ext uri="{FF2B5EF4-FFF2-40B4-BE49-F238E27FC236}">
                  <a16:creationId xmlns:a16="http://schemas.microsoft.com/office/drawing/2014/main" id="{86C27988-2B93-75CC-AAC7-051FBE4F04CC}"/>
                </a:ext>
              </a:extLst>
            </p:cNvPr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1" name="Google Shape;81;p16">
              <a:extLst>
                <a:ext uri="{FF2B5EF4-FFF2-40B4-BE49-F238E27FC236}">
                  <a16:creationId xmlns:a16="http://schemas.microsoft.com/office/drawing/2014/main" id="{01A16749-5903-D53F-3E58-2C7CE7931B00}"/>
                </a:ext>
              </a:extLst>
            </p:cNvPr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02" name="组合 501">
            <a:extLst>
              <a:ext uri="{FF2B5EF4-FFF2-40B4-BE49-F238E27FC236}">
                <a16:creationId xmlns:a16="http://schemas.microsoft.com/office/drawing/2014/main" id="{B61EEDD5-4A93-3B97-D20F-928189039566}"/>
              </a:ext>
            </a:extLst>
          </p:cNvPr>
          <p:cNvGrpSpPr>
            <a:grpSpLocks noChangeAspect="1"/>
          </p:cNvGrpSpPr>
          <p:nvPr/>
        </p:nvGrpSpPr>
        <p:grpSpPr>
          <a:xfrm>
            <a:off x="15705455" y="11508105"/>
            <a:ext cx="970280" cy="248920"/>
            <a:chOff x="366" y="509"/>
            <a:chExt cx="4718" cy="1210"/>
          </a:xfrm>
        </p:grpSpPr>
        <p:sp>
          <p:nvSpPr>
            <p:cNvPr id="503" name="Google Shape;78;p16">
              <a:extLst>
                <a:ext uri="{FF2B5EF4-FFF2-40B4-BE49-F238E27FC236}">
                  <a16:creationId xmlns:a16="http://schemas.microsoft.com/office/drawing/2014/main" id="{1EA814C8-C918-E197-221C-4DD3BCE17181}"/>
                </a:ext>
              </a:extLst>
            </p:cNvPr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04" name="Google Shape;79;p16">
              <a:extLst>
                <a:ext uri="{FF2B5EF4-FFF2-40B4-BE49-F238E27FC236}">
                  <a16:creationId xmlns:a16="http://schemas.microsoft.com/office/drawing/2014/main" id="{DF030389-DA4D-BCA8-2112-EA08E4C660BD}"/>
                </a:ext>
              </a:extLst>
            </p:cNvPr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5" name="Google Shape;80;p16">
              <a:extLst>
                <a:ext uri="{FF2B5EF4-FFF2-40B4-BE49-F238E27FC236}">
                  <a16:creationId xmlns:a16="http://schemas.microsoft.com/office/drawing/2014/main" id="{D3F4E820-ECD7-EA11-0180-2D46703C564C}"/>
                </a:ext>
              </a:extLst>
            </p:cNvPr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6" name="Google Shape;81;p16">
              <a:extLst>
                <a:ext uri="{FF2B5EF4-FFF2-40B4-BE49-F238E27FC236}">
                  <a16:creationId xmlns:a16="http://schemas.microsoft.com/office/drawing/2014/main" id="{555F56F5-D29F-5FAE-5F3D-BC440B7137A2}"/>
                </a:ext>
              </a:extLst>
            </p:cNvPr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07" name="组合 506">
            <a:extLst>
              <a:ext uri="{FF2B5EF4-FFF2-40B4-BE49-F238E27FC236}">
                <a16:creationId xmlns:a16="http://schemas.microsoft.com/office/drawing/2014/main" id="{C991E4EB-AF99-5FA9-9CD1-724BCBC381CC}"/>
              </a:ext>
            </a:extLst>
          </p:cNvPr>
          <p:cNvGrpSpPr/>
          <p:nvPr/>
        </p:nvGrpSpPr>
        <p:grpSpPr>
          <a:xfrm>
            <a:off x="15706106" y="13017896"/>
            <a:ext cx="969645" cy="495935"/>
            <a:chOff x="45392" y="24010"/>
            <a:chExt cx="2210" cy="1130"/>
          </a:xfrm>
        </p:grpSpPr>
        <p:grpSp>
          <p:nvGrpSpPr>
            <p:cNvPr id="508" name="组合 507">
              <a:extLst>
                <a:ext uri="{FF2B5EF4-FFF2-40B4-BE49-F238E27FC236}">
                  <a16:creationId xmlns:a16="http://schemas.microsoft.com/office/drawing/2014/main" id="{1386116C-1272-3866-5017-2197FB4B163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5392" y="24010"/>
              <a:ext cx="2211" cy="567"/>
              <a:chOff x="366" y="509"/>
              <a:chExt cx="4718" cy="1210"/>
            </a:xfrm>
          </p:grpSpPr>
          <p:sp>
            <p:nvSpPr>
              <p:cNvPr id="509" name="Google Shape;78;p16">
                <a:extLst>
                  <a:ext uri="{FF2B5EF4-FFF2-40B4-BE49-F238E27FC236}">
                    <a16:creationId xmlns:a16="http://schemas.microsoft.com/office/drawing/2014/main" id="{6529986F-59F4-FEF4-4CFD-DBAF727CB955}"/>
                  </a:ext>
                </a:extLst>
              </p:cNvPr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510" name="Google Shape;79;p16">
                <a:extLst>
                  <a:ext uri="{FF2B5EF4-FFF2-40B4-BE49-F238E27FC236}">
                    <a16:creationId xmlns:a16="http://schemas.microsoft.com/office/drawing/2014/main" id="{B5E6E591-8680-8364-7B52-AAC2E96BAF8E}"/>
                  </a:ext>
                </a:extLst>
              </p:cNvPr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1" name="Google Shape;80;p16">
                <a:extLst>
                  <a:ext uri="{FF2B5EF4-FFF2-40B4-BE49-F238E27FC236}">
                    <a16:creationId xmlns:a16="http://schemas.microsoft.com/office/drawing/2014/main" id="{E8823B08-164F-3760-0990-70FD1AA70FE9}"/>
                  </a:ext>
                </a:extLst>
              </p:cNvPr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2" name="Google Shape;81;p16">
                <a:extLst>
                  <a:ext uri="{FF2B5EF4-FFF2-40B4-BE49-F238E27FC236}">
                    <a16:creationId xmlns:a16="http://schemas.microsoft.com/office/drawing/2014/main" id="{BC129334-EA55-758F-58FA-96C4E91BE33D}"/>
                  </a:ext>
                </a:extLst>
              </p:cNvPr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13" name="组合 512">
              <a:extLst>
                <a:ext uri="{FF2B5EF4-FFF2-40B4-BE49-F238E27FC236}">
                  <a16:creationId xmlns:a16="http://schemas.microsoft.com/office/drawing/2014/main" id="{B2F9097C-62DC-61E3-8CF2-682CBEC54C1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5392" y="24574"/>
              <a:ext cx="2211" cy="567"/>
              <a:chOff x="366" y="509"/>
              <a:chExt cx="4718" cy="1210"/>
            </a:xfrm>
          </p:grpSpPr>
          <p:sp>
            <p:nvSpPr>
              <p:cNvPr id="514" name="Google Shape;78;p16">
                <a:extLst>
                  <a:ext uri="{FF2B5EF4-FFF2-40B4-BE49-F238E27FC236}">
                    <a16:creationId xmlns:a16="http://schemas.microsoft.com/office/drawing/2014/main" id="{27078244-8CDB-48A9-5A7B-7F5DF86F2260}"/>
                  </a:ext>
                </a:extLst>
              </p:cNvPr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515" name="Google Shape;79;p16">
                <a:extLst>
                  <a:ext uri="{FF2B5EF4-FFF2-40B4-BE49-F238E27FC236}">
                    <a16:creationId xmlns:a16="http://schemas.microsoft.com/office/drawing/2014/main" id="{A9E14D1E-6A64-BAF1-6859-D0D536B68286}"/>
                  </a:ext>
                </a:extLst>
              </p:cNvPr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80;p16">
                <a:extLst>
                  <a:ext uri="{FF2B5EF4-FFF2-40B4-BE49-F238E27FC236}">
                    <a16:creationId xmlns:a16="http://schemas.microsoft.com/office/drawing/2014/main" id="{37280CDE-B48A-3F5B-1338-1136BFA33285}"/>
                  </a:ext>
                </a:extLst>
              </p:cNvPr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7" name="Google Shape;81;p16">
                <a:extLst>
                  <a:ext uri="{FF2B5EF4-FFF2-40B4-BE49-F238E27FC236}">
                    <a16:creationId xmlns:a16="http://schemas.microsoft.com/office/drawing/2014/main" id="{33E357CC-43AE-16BD-5ECC-175092362B56}"/>
                  </a:ext>
                </a:extLst>
              </p:cNvPr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pic>
        <p:nvPicPr>
          <p:cNvPr id="518" name="图片 517" descr="加号">
            <a:extLst>
              <a:ext uri="{FF2B5EF4-FFF2-40B4-BE49-F238E27FC236}">
                <a16:creationId xmlns:a16="http://schemas.microsoft.com/office/drawing/2014/main" id="{F1D04818-0B80-3F22-60F0-1E11BA4D871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6943088" y="11911890"/>
            <a:ext cx="746125" cy="746760"/>
          </a:xfrm>
          <a:prstGeom prst="rect">
            <a:avLst/>
          </a:prstGeom>
        </p:spPr>
      </p:pic>
      <p:grpSp>
        <p:nvGrpSpPr>
          <p:cNvPr id="519" name="组合 518">
            <a:extLst>
              <a:ext uri="{FF2B5EF4-FFF2-40B4-BE49-F238E27FC236}">
                <a16:creationId xmlns:a16="http://schemas.microsoft.com/office/drawing/2014/main" id="{F4E60D12-5DFF-043A-65F3-DF2F300157A1}"/>
              </a:ext>
            </a:extLst>
          </p:cNvPr>
          <p:cNvGrpSpPr>
            <a:grpSpLocks noChangeAspect="1"/>
          </p:cNvGrpSpPr>
          <p:nvPr/>
        </p:nvGrpSpPr>
        <p:grpSpPr>
          <a:xfrm>
            <a:off x="18205450" y="11880140"/>
            <a:ext cx="970280" cy="248920"/>
            <a:chOff x="366" y="509"/>
            <a:chExt cx="4718" cy="1210"/>
          </a:xfrm>
        </p:grpSpPr>
        <p:sp>
          <p:nvSpPr>
            <p:cNvPr id="520" name="Google Shape;78;p16">
              <a:extLst>
                <a:ext uri="{FF2B5EF4-FFF2-40B4-BE49-F238E27FC236}">
                  <a16:creationId xmlns:a16="http://schemas.microsoft.com/office/drawing/2014/main" id="{1CA643E3-E1E5-61A3-B31D-B2BA53EB50C6}"/>
                </a:ext>
              </a:extLst>
            </p:cNvPr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21" name="Google Shape;79;p16">
              <a:extLst>
                <a:ext uri="{FF2B5EF4-FFF2-40B4-BE49-F238E27FC236}">
                  <a16:creationId xmlns:a16="http://schemas.microsoft.com/office/drawing/2014/main" id="{B9E40304-A3AA-AC44-0CBF-6221293B41C9}"/>
                </a:ext>
              </a:extLst>
            </p:cNvPr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2" name="Google Shape;80;p16">
              <a:extLst>
                <a:ext uri="{FF2B5EF4-FFF2-40B4-BE49-F238E27FC236}">
                  <a16:creationId xmlns:a16="http://schemas.microsoft.com/office/drawing/2014/main" id="{2AAF78E9-E667-E265-40C1-FC4B0BBB7549}"/>
                </a:ext>
              </a:extLst>
            </p:cNvPr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" name="Google Shape;81;p16">
              <a:extLst>
                <a:ext uri="{FF2B5EF4-FFF2-40B4-BE49-F238E27FC236}">
                  <a16:creationId xmlns:a16="http://schemas.microsoft.com/office/drawing/2014/main" id="{7553F38C-0874-D73D-142D-18E46A1A2457}"/>
                </a:ext>
              </a:extLst>
            </p:cNvPr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24" name="组合 523">
            <a:extLst>
              <a:ext uri="{FF2B5EF4-FFF2-40B4-BE49-F238E27FC236}">
                <a16:creationId xmlns:a16="http://schemas.microsoft.com/office/drawing/2014/main" id="{09F5149F-7B95-04B5-5378-F85009172C71}"/>
              </a:ext>
            </a:extLst>
          </p:cNvPr>
          <p:cNvGrpSpPr>
            <a:grpSpLocks noChangeAspect="1"/>
          </p:cNvGrpSpPr>
          <p:nvPr/>
        </p:nvGrpSpPr>
        <p:grpSpPr>
          <a:xfrm>
            <a:off x="18205450" y="12129060"/>
            <a:ext cx="970280" cy="248920"/>
            <a:chOff x="366" y="509"/>
            <a:chExt cx="4718" cy="1210"/>
          </a:xfrm>
        </p:grpSpPr>
        <p:sp>
          <p:nvSpPr>
            <p:cNvPr id="525" name="Google Shape;78;p16">
              <a:extLst>
                <a:ext uri="{FF2B5EF4-FFF2-40B4-BE49-F238E27FC236}">
                  <a16:creationId xmlns:a16="http://schemas.microsoft.com/office/drawing/2014/main" id="{FFC1DAF0-16BB-11B9-6254-716297E49162}"/>
                </a:ext>
              </a:extLst>
            </p:cNvPr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26" name="Google Shape;79;p16">
              <a:extLst>
                <a:ext uri="{FF2B5EF4-FFF2-40B4-BE49-F238E27FC236}">
                  <a16:creationId xmlns:a16="http://schemas.microsoft.com/office/drawing/2014/main" id="{4EF3FE43-B579-A3AF-6E50-D797E9661590}"/>
                </a:ext>
              </a:extLst>
            </p:cNvPr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7" name="Google Shape;80;p16">
              <a:extLst>
                <a:ext uri="{FF2B5EF4-FFF2-40B4-BE49-F238E27FC236}">
                  <a16:creationId xmlns:a16="http://schemas.microsoft.com/office/drawing/2014/main" id="{C9ECB5D1-2354-5434-2680-A2938B6E25DE}"/>
                </a:ext>
              </a:extLst>
            </p:cNvPr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8" name="Google Shape;81;p16">
              <a:extLst>
                <a:ext uri="{FF2B5EF4-FFF2-40B4-BE49-F238E27FC236}">
                  <a16:creationId xmlns:a16="http://schemas.microsoft.com/office/drawing/2014/main" id="{0493F500-5BF9-E527-CEC5-6A9279AF0D2B}"/>
                </a:ext>
              </a:extLst>
            </p:cNvPr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29" name="组合 528">
            <a:extLst>
              <a:ext uri="{FF2B5EF4-FFF2-40B4-BE49-F238E27FC236}">
                <a16:creationId xmlns:a16="http://schemas.microsoft.com/office/drawing/2014/main" id="{A432D855-C025-5D09-3378-B9E7CE866A6C}"/>
              </a:ext>
            </a:extLst>
          </p:cNvPr>
          <p:cNvGrpSpPr>
            <a:grpSpLocks noChangeAspect="1"/>
          </p:cNvGrpSpPr>
          <p:nvPr/>
        </p:nvGrpSpPr>
        <p:grpSpPr>
          <a:xfrm>
            <a:off x="18205450" y="12376710"/>
            <a:ext cx="970280" cy="248920"/>
            <a:chOff x="366" y="509"/>
            <a:chExt cx="4718" cy="1210"/>
          </a:xfrm>
        </p:grpSpPr>
        <p:sp>
          <p:nvSpPr>
            <p:cNvPr id="530" name="Google Shape;78;p16">
              <a:extLst>
                <a:ext uri="{FF2B5EF4-FFF2-40B4-BE49-F238E27FC236}">
                  <a16:creationId xmlns:a16="http://schemas.microsoft.com/office/drawing/2014/main" id="{F8ADA244-2F53-A340-6D85-09A16CFDE629}"/>
                </a:ext>
              </a:extLst>
            </p:cNvPr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31" name="Google Shape;79;p16">
              <a:extLst>
                <a:ext uri="{FF2B5EF4-FFF2-40B4-BE49-F238E27FC236}">
                  <a16:creationId xmlns:a16="http://schemas.microsoft.com/office/drawing/2014/main" id="{5B956B8C-96FA-2035-4E27-E65FA5B0FD21}"/>
                </a:ext>
              </a:extLst>
            </p:cNvPr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2" name="Google Shape;80;p16">
              <a:extLst>
                <a:ext uri="{FF2B5EF4-FFF2-40B4-BE49-F238E27FC236}">
                  <a16:creationId xmlns:a16="http://schemas.microsoft.com/office/drawing/2014/main" id="{0B25BD0B-24E8-66A9-3DE5-99FEE679F1D6}"/>
                </a:ext>
              </a:extLst>
            </p:cNvPr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3" name="Google Shape;81;p16">
              <a:extLst>
                <a:ext uri="{FF2B5EF4-FFF2-40B4-BE49-F238E27FC236}">
                  <a16:creationId xmlns:a16="http://schemas.microsoft.com/office/drawing/2014/main" id="{383B45DD-8D47-F3E4-1904-832B2BF7AF3B}"/>
                </a:ext>
              </a:extLst>
            </p:cNvPr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34" name="组合 533">
            <a:extLst>
              <a:ext uri="{FF2B5EF4-FFF2-40B4-BE49-F238E27FC236}">
                <a16:creationId xmlns:a16="http://schemas.microsoft.com/office/drawing/2014/main" id="{FC94D2FC-F760-23B4-5FF1-CBAD281793F1}"/>
              </a:ext>
            </a:extLst>
          </p:cNvPr>
          <p:cNvGrpSpPr>
            <a:grpSpLocks noChangeAspect="1"/>
          </p:cNvGrpSpPr>
          <p:nvPr/>
        </p:nvGrpSpPr>
        <p:grpSpPr>
          <a:xfrm>
            <a:off x="18205450" y="12624360"/>
            <a:ext cx="970280" cy="248920"/>
            <a:chOff x="366" y="509"/>
            <a:chExt cx="4718" cy="1210"/>
          </a:xfrm>
        </p:grpSpPr>
        <p:sp>
          <p:nvSpPr>
            <p:cNvPr id="535" name="Google Shape;78;p16">
              <a:extLst>
                <a:ext uri="{FF2B5EF4-FFF2-40B4-BE49-F238E27FC236}">
                  <a16:creationId xmlns:a16="http://schemas.microsoft.com/office/drawing/2014/main" id="{3998079A-B15E-D83A-406C-7A2A42A7B3C9}"/>
                </a:ext>
              </a:extLst>
            </p:cNvPr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36" name="Google Shape;79;p16">
              <a:extLst>
                <a:ext uri="{FF2B5EF4-FFF2-40B4-BE49-F238E27FC236}">
                  <a16:creationId xmlns:a16="http://schemas.microsoft.com/office/drawing/2014/main" id="{7AE1F54A-3DE8-9971-0998-E531F3D1AB2C}"/>
                </a:ext>
              </a:extLst>
            </p:cNvPr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7" name="Google Shape;80;p16">
              <a:extLst>
                <a:ext uri="{FF2B5EF4-FFF2-40B4-BE49-F238E27FC236}">
                  <a16:creationId xmlns:a16="http://schemas.microsoft.com/office/drawing/2014/main" id="{E48AB2A3-C4EF-E895-DE56-240264FD7847}"/>
                </a:ext>
              </a:extLst>
            </p:cNvPr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8" name="Google Shape;81;p16">
              <a:extLst>
                <a:ext uri="{FF2B5EF4-FFF2-40B4-BE49-F238E27FC236}">
                  <a16:creationId xmlns:a16="http://schemas.microsoft.com/office/drawing/2014/main" id="{566F2949-8BD7-9AA1-3F96-17B0CD6CF6CB}"/>
                </a:ext>
              </a:extLst>
            </p:cNvPr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39" name="组合 538">
            <a:extLst>
              <a:ext uri="{FF2B5EF4-FFF2-40B4-BE49-F238E27FC236}">
                <a16:creationId xmlns:a16="http://schemas.microsoft.com/office/drawing/2014/main" id="{4624A67D-C768-6DDB-1733-AF9C6F873EF2}"/>
              </a:ext>
            </a:extLst>
          </p:cNvPr>
          <p:cNvGrpSpPr/>
          <p:nvPr/>
        </p:nvGrpSpPr>
        <p:grpSpPr>
          <a:xfrm>
            <a:off x="19653268" y="11513763"/>
            <a:ext cx="3085465" cy="1492885"/>
            <a:chOff x="44307" y="2422"/>
            <a:chExt cx="5025" cy="1962"/>
          </a:xfrm>
        </p:grpSpPr>
        <p:sp>
          <p:nvSpPr>
            <p:cNvPr id="540" name="圆角矩形 539">
              <a:extLst>
                <a:ext uri="{FF2B5EF4-FFF2-40B4-BE49-F238E27FC236}">
                  <a16:creationId xmlns:a16="http://schemas.microsoft.com/office/drawing/2014/main" id="{286F3C92-993F-12E0-3BC0-78C0D0B729D0}"/>
                </a:ext>
              </a:extLst>
            </p:cNvPr>
            <p:cNvSpPr/>
            <p:nvPr/>
          </p:nvSpPr>
          <p:spPr>
            <a:xfrm>
              <a:off x="44307" y="2422"/>
              <a:ext cx="5025" cy="1962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p:sp>
          <p:nvSpPr>
            <p:cNvPr id="541" name="文本框 540">
              <a:extLst>
                <a:ext uri="{FF2B5EF4-FFF2-40B4-BE49-F238E27FC236}">
                  <a16:creationId xmlns:a16="http://schemas.microsoft.com/office/drawing/2014/main" id="{E65A2061-79BA-E5D4-A37A-D977F1CB8D23}"/>
                </a:ext>
              </a:extLst>
            </p:cNvPr>
            <p:cNvSpPr txBox="1"/>
            <p:nvPr/>
          </p:nvSpPr>
          <p:spPr>
            <a:xfrm>
              <a:off x="45809" y="2603"/>
              <a:ext cx="1885" cy="1380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pPr algn="ctr"/>
              <a: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  <a:t>Multi-Head</a:t>
              </a:r>
              <a:b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</a:br>
              <a: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  <a:t>Self-Attention</a:t>
              </a:r>
              <a:endParaRPr lang="en-US" altLang="zh-CN" sz="3600" b="1" dirty="0"/>
            </a:p>
          </p:txBody>
        </p:sp>
      </p:grpSp>
      <p:grpSp>
        <p:nvGrpSpPr>
          <p:cNvPr id="542" name="组合 541">
            <a:extLst>
              <a:ext uri="{FF2B5EF4-FFF2-40B4-BE49-F238E27FC236}">
                <a16:creationId xmlns:a16="http://schemas.microsoft.com/office/drawing/2014/main" id="{9CE66CEF-CAC1-3896-E4A7-CE7D7A1EE056}"/>
              </a:ext>
            </a:extLst>
          </p:cNvPr>
          <p:cNvGrpSpPr/>
          <p:nvPr/>
        </p:nvGrpSpPr>
        <p:grpSpPr>
          <a:xfrm>
            <a:off x="23060678" y="10493953"/>
            <a:ext cx="3060065" cy="1475105"/>
            <a:chOff x="44606" y="1751"/>
            <a:chExt cx="5126" cy="2326"/>
          </a:xfrm>
        </p:grpSpPr>
        <p:sp>
          <p:nvSpPr>
            <p:cNvPr id="543" name="圆角矩形 542">
              <a:extLst>
                <a:ext uri="{FF2B5EF4-FFF2-40B4-BE49-F238E27FC236}">
                  <a16:creationId xmlns:a16="http://schemas.microsoft.com/office/drawing/2014/main" id="{8EF9BCBE-AAAF-94AB-0B86-0AAC0EAE6DA0}"/>
                </a:ext>
              </a:extLst>
            </p:cNvPr>
            <p:cNvSpPr/>
            <p:nvPr/>
          </p:nvSpPr>
          <p:spPr>
            <a:xfrm>
              <a:off x="44606" y="1751"/>
              <a:ext cx="5126" cy="2326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p:sp>
          <p:nvSpPr>
            <p:cNvPr id="544" name="文本框 543">
              <a:extLst>
                <a:ext uri="{FF2B5EF4-FFF2-40B4-BE49-F238E27FC236}">
                  <a16:creationId xmlns:a16="http://schemas.microsoft.com/office/drawing/2014/main" id="{0D7805EB-2338-473B-6CC7-999E162650FD}"/>
                </a:ext>
              </a:extLst>
            </p:cNvPr>
            <p:cNvSpPr txBox="1"/>
            <p:nvPr/>
          </p:nvSpPr>
          <p:spPr>
            <a:xfrm>
              <a:off x="45724" y="2104"/>
              <a:ext cx="2688" cy="1380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pPr algn="ctr"/>
              <a:r>
                <a:rPr lang="en-US" altLang="zh-CN" sz="3600" b="1" i="1">
                  <a:latin typeface="Cambria Math" panose="02040503050406030204" pitchFamily="18" charset="0"/>
                  <a:cs typeface="Cambria Math" panose="02040503050406030204" pitchFamily="18" charset="0"/>
                </a:rPr>
                <a:t>Feed Forward</a:t>
              </a:r>
              <a:br>
                <a:rPr lang="en-US" altLang="zh-CN" sz="3600" b="1" i="1">
                  <a:latin typeface="Cambria Math" panose="02040503050406030204" pitchFamily="18" charset="0"/>
                  <a:cs typeface="Cambria Math" panose="02040503050406030204" pitchFamily="18" charset="0"/>
                </a:rPr>
              </a:br>
              <a:r>
                <a:rPr lang="en-US" altLang="zh-CN" sz="3600" b="1" i="1">
                  <a:latin typeface="Cambria Math" panose="02040503050406030204" pitchFamily="18" charset="0"/>
                  <a:cs typeface="Cambria Math" panose="02040503050406030204" pitchFamily="18" charset="0"/>
                </a:rPr>
                <a:t>Network</a:t>
              </a:r>
              <a:endParaRPr lang="en-US" altLang="zh-CN" sz="3600" b="1"/>
            </a:p>
          </p:txBody>
        </p:sp>
      </p:grpSp>
      <p:grpSp>
        <p:nvGrpSpPr>
          <p:cNvPr id="545" name="组合 544">
            <a:extLst>
              <a:ext uri="{FF2B5EF4-FFF2-40B4-BE49-F238E27FC236}">
                <a16:creationId xmlns:a16="http://schemas.microsoft.com/office/drawing/2014/main" id="{D1A75DD1-CA7F-D013-E295-B92475C02176}"/>
              </a:ext>
            </a:extLst>
          </p:cNvPr>
          <p:cNvGrpSpPr>
            <a:grpSpLocks noChangeAspect="1"/>
          </p:cNvGrpSpPr>
          <p:nvPr/>
        </p:nvGrpSpPr>
        <p:grpSpPr>
          <a:xfrm>
            <a:off x="18190845" y="14773297"/>
            <a:ext cx="970280" cy="248920"/>
            <a:chOff x="366" y="509"/>
            <a:chExt cx="4718" cy="1210"/>
          </a:xfrm>
        </p:grpSpPr>
        <p:sp>
          <p:nvSpPr>
            <p:cNvPr id="546" name="Google Shape;78;p16">
              <a:extLst>
                <a:ext uri="{FF2B5EF4-FFF2-40B4-BE49-F238E27FC236}">
                  <a16:creationId xmlns:a16="http://schemas.microsoft.com/office/drawing/2014/main" id="{459E5F63-5947-C259-2960-54B08AC9BD76}"/>
                </a:ext>
              </a:extLst>
            </p:cNvPr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47" name="Google Shape;79;p16">
              <a:extLst>
                <a:ext uri="{FF2B5EF4-FFF2-40B4-BE49-F238E27FC236}">
                  <a16:creationId xmlns:a16="http://schemas.microsoft.com/office/drawing/2014/main" id="{FB0C6A5C-5A9A-CD08-48DF-42ED6A4EC113}"/>
                </a:ext>
              </a:extLst>
            </p:cNvPr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8" name="Google Shape;80;p16">
              <a:extLst>
                <a:ext uri="{FF2B5EF4-FFF2-40B4-BE49-F238E27FC236}">
                  <a16:creationId xmlns:a16="http://schemas.microsoft.com/office/drawing/2014/main" id="{DB335E4D-C8A4-AF09-6646-F059325CB19E}"/>
                </a:ext>
              </a:extLst>
            </p:cNvPr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9" name="Google Shape;81;p16">
              <a:extLst>
                <a:ext uri="{FF2B5EF4-FFF2-40B4-BE49-F238E27FC236}">
                  <a16:creationId xmlns:a16="http://schemas.microsoft.com/office/drawing/2014/main" id="{FB88F7FC-33D5-C4D7-F2F9-62280BCB85B0}"/>
                </a:ext>
              </a:extLst>
            </p:cNvPr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50" name="组合 549">
            <a:extLst>
              <a:ext uri="{FF2B5EF4-FFF2-40B4-BE49-F238E27FC236}">
                <a16:creationId xmlns:a16="http://schemas.microsoft.com/office/drawing/2014/main" id="{46F0852B-86E3-2C73-F86D-885A509376F3}"/>
              </a:ext>
            </a:extLst>
          </p:cNvPr>
          <p:cNvGrpSpPr>
            <a:grpSpLocks noChangeAspect="1"/>
          </p:cNvGrpSpPr>
          <p:nvPr/>
        </p:nvGrpSpPr>
        <p:grpSpPr>
          <a:xfrm>
            <a:off x="18190845" y="15020312"/>
            <a:ext cx="970280" cy="248920"/>
            <a:chOff x="366" y="509"/>
            <a:chExt cx="4718" cy="1210"/>
          </a:xfrm>
        </p:grpSpPr>
        <p:sp>
          <p:nvSpPr>
            <p:cNvPr id="551" name="Google Shape;78;p16">
              <a:extLst>
                <a:ext uri="{FF2B5EF4-FFF2-40B4-BE49-F238E27FC236}">
                  <a16:creationId xmlns:a16="http://schemas.microsoft.com/office/drawing/2014/main" id="{052C5B69-84D0-FA78-5C18-D741CE38BC2A}"/>
                </a:ext>
              </a:extLst>
            </p:cNvPr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52" name="Google Shape;79;p16">
              <a:extLst>
                <a:ext uri="{FF2B5EF4-FFF2-40B4-BE49-F238E27FC236}">
                  <a16:creationId xmlns:a16="http://schemas.microsoft.com/office/drawing/2014/main" id="{93A893B3-09FA-8C6A-8F59-75D432C19D88}"/>
                </a:ext>
              </a:extLst>
            </p:cNvPr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3" name="Google Shape;80;p16">
              <a:extLst>
                <a:ext uri="{FF2B5EF4-FFF2-40B4-BE49-F238E27FC236}">
                  <a16:creationId xmlns:a16="http://schemas.microsoft.com/office/drawing/2014/main" id="{D2AB8C8D-4693-57B7-FC8E-DF1FA1270839}"/>
                </a:ext>
              </a:extLst>
            </p:cNvPr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4" name="Google Shape;81;p16">
              <a:extLst>
                <a:ext uri="{FF2B5EF4-FFF2-40B4-BE49-F238E27FC236}">
                  <a16:creationId xmlns:a16="http://schemas.microsoft.com/office/drawing/2014/main" id="{D92E7982-DBE2-1E33-9B9B-CF31F870FDD8}"/>
                </a:ext>
              </a:extLst>
            </p:cNvPr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55" name="组合 554">
            <a:extLst>
              <a:ext uri="{FF2B5EF4-FFF2-40B4-BE49-F238E27FC236}">
                <a16:creationId xmlns:a16="http://schemas.microsoft.com/office/drawing/2014/main" id="{87E6A3E6-A9C0-D195-DB2E-C24B56A9D16A}"/>
              </a:ext>
            </a:extLst>
          </p:cNvPr>
          <p:cNvGrpSpPr>
            <a:grpSpLocks noChangeAspect="1"/>
          </p:cNvGrpSpPr>
          <p:nvPr/>
        </p:nvGrpSpPr>
        <p:grpSpPr>
          <a:xfrm>
            <a:off x="18190845" y="15270502"/>
            <a:ext cx="970280" cy="248920"/>
            <a:chOff x="366" y="509"/>
            <a:chExt cx="4718" cy="1210"/>
          </a:xfrm>
        </p:grpSpPr>
        <p:sp>
          <p:nvSpPr>
            <p:cNvPr id="556" name="Google Shape;78;p16">
              <a:extLst>
                <a:ext uri="{FF2B5EF4-FFF2-40B4-BE49-F238E27FC236}">
                  <a16:creationId xmlns:a16="http://schemas.microsoft.com/office/drawing/2014/main" id="{160ADD44-F4E5-15C0-ADB4-2709F23B258F}"/>
                </a:ext>
              </a:extLst>
            </p:cNvPr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57" name="Google Shape;79;p16">
              <a:extLst>
                <a:ext uri="{FF2B5EF4-FFF2-40B4-BE49-F238E27FC236}">
                  <a16:creationId xmlns:a16="http://schemas.microsoft.com/office/drawing/2014/main" id="{6AA77429-2616-BA97-3C05-F38E97956947}"/>
                </a:ext>
              </a:extLst>
            </p:cNvPr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8" name="Google Shape;80;p16">
              <a:extLst>
                <a:ext uri="{FF2B5EF4-FFF2-40B4-BE49-F238E27FC236}">
                  <a16:creationId xmlns:a16="http://schemas.microsoft.com/office/drawing/2014/main" id="{E962D71C-A16F-55B4-56B6-2E5EE1A25779}"/>
                </a:ext>
              </a:extLst>
            </p:cNvPr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9" name="Google Shape;81;p16">
              <a:extLst>
                <a:ext uri="{FF2B5EF4-FFF2-40B4-BE49-F238E27FC236}">
                  <a16:creationId xmlns:a16="http://schemas.microsoft.com/office/drawing/2014/main" id="{AE29A4FA-751E-491D-480B-F375C0AABC94}"/>
                </a:ext>
              </a:extLst>
            </p:cNvPr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60" name="组合 559">
            <a:extLst>
              <a:ext uri="{FF2B5EF4-FFF2-40B4-BE49-F238E27FC236}">
                <a16:creationId xmlns:a16="http://schemas.microsoft.com/office/drawing/2014/main" id="{EF30A993-27BA-28ED-D40E-FCF7F20A17A9}"/>
              </a:ext>
            </a:extLst>
          </p:cNvPr>
          <p:cNvGrpSpPr>
            <a:grpSpLocks noChangeAspect="1"/>
          </p:cNvGrpSpPr>
          <p:nvPr/>
        </p:nvGrpSpPr>
        <p:grpSpPr>
          <a:xfrm>
            <a:off x="18190845" y="15519422"/>
            <a:ext cx="970280" cy="248920"/>
            <a:chOff x="366" y="509"/>
            <a:chExt cx="4718" cy="1210"/>
          </a:xfrm>
        </p:grpSpPr>
        <p:sp>
          <p:nvSpPr>
            <p:cNvPr id="561" name="Google Shape;78;p16">
              <a:extLst>
                <a:ext uri="{FF2B5EF4-FFF2-40B4-BE49-F238E27FC236}">
                  <a16:creationId xmlns:a16="http://schemas.microsoft.com/office/drawing/2014/main" id="{039EBA25-F895-26DC-FA67-A0DA365BFFB2}"/>
                </a:ext>
              </a:extLst>
            </p:cNvPr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562" name="Google Shape;79;p16">
              <a:extLst>
                <a:ext uri="{FF2B5EF4-FFF2-40B4-BE49-F238E27FC236}">
                  <a16:creationId xmlns:a16="http://schemas.microsoft.com/office/drawing/2014/main" id="{EE9193AD-4CCA-7AF0-E53C-24E8799415AA}"/>
                </a:ext>
              </a:extLst>
            </p:cNvPr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" name="Google Shape;80;p16">
              <a:extLst>
                <a:ext uri="{FF2B5EF4-FFF2-40B4-BE49-F238E27FC236}">
                  <a16:creationId xmlns:a16="http://schemas.microsoft.com/office/drawing/2014/main" id="{5853FD51-2374-60BD-5581-05B7F1C6642F}"/>
                </a:ext>
              </a:extLst>
            </p:cNvPr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4" name="Google Shape;81;p16">
              <a:extLst>
                <a:ext uri="{FF2B5EF4-FFF2-40B4-BE49-F238E27FC236}">
                  <a16:creationId xmlns:a16="http://schemas.microsoft.com/office/drawing/2014/main" id="{15A8FBF5-9613-9C3F-C6B7-3B94D25340F9}"/>
                </a:ext>
              </a:extLst>
            </p:cNvPr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573" name="直接箭头连接符 572">
            <a:extLst>
              <a:ext uri="{FF2B5EF4-FFF2-40B4-BE49-F238E27FC236}">
                <a16:creationId xmlns:a16="http://schemas.microsoft.com/office/drawing/2014/main" id="{872178AA-465B-93CB-D633-3B621F8D6C1F}"/>
              </a:ext>
            </a:extLst>
          </p:cNvPr>
          <p:cNvCxnSpPr>
            <a:stCxn id="622" idx="3"/>
            <a:endCxn id="561" idx="1"/>
          </p:cNvCxnSpPr>
          <p:nvPr/>
        </p:nvCxnSpPr>
        <p:spPr>
          <a:xfrm>
            <a:off x="15238095" y="15279075"/>
            <a:ext cx="2952750" cy="36419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4" name="直接箭头连接符 573">
            <a:extLst>
              <a:ext uri="{FF2B5EF4-FFF2-40B4-BE49-F238E27FC236}">
                <a16:creationId xmlns:a16="http://schemas.microsoft.com/office/drawing/2014/main" id="{BACD33D9-D618-A052-24EA-7FA527BF68FB}"/>
              </a:ext>
            </a:extLst>
          </p:cNvPr>
          <p:cNvCxnSpPr>
            <a:stCxn id="622" idx="3"/>
            <a:endCxn id="556" idx="1"/>
          </p:cNvCxnSpPr>
          <p:nvPr/>
        </p:nvCxnSpPr>
        <p:spPr>
          <a:xfrm>
            <a:off x="15238095" y="15279075"/>
            <a:ext cx="2952750" cy="11527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5" name="直接箭头连接符 574">
            <a:extLst>
              <a:ext uri="{FF2B5EF4-FFF2-40B4-BE49-F238E27FC236}">
                <a16:creationId xmlns:a16="http://schemas.microsoft.com/office/drawing/2014/main" id="{96DB230B-FB0D-E06D-ABD6-EC71221CE9E8}"/>
              </a:ext>
            </a:extLst>
          </p:cNvPr>
          <p:cNvCxnSpPr>
            <a:stCxn id="622" idx="3"/>
            <a:endCxn id="551" idx="1"/>
          </p:cNvCxnSpPr>
          <p:nvPr/>
        </p:nvCxnSpPr>
        <p:spPr>
          <a:xfrm flipV="1">
            <a:off x="15238095" y="15144155"/>
            <a:ext cx="2952750" cy="13492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6" name="直接箭头连接符 575">
            <a:extLst>
              <a:ext uri="{FF2B5EF4-FFF2-40B4-BE49-F238E27FC236}">
                <a16:creationId xmlns:a16="http://schemas.microsoft.com/office/drawing/2014/main" id="{5C8E5E51-C398-C52E-33D1-C090350969BB}"/>
              </a:ext>
            </a:extLst>
          </p:cNvPr>
          <p:cNvCxnSpPr>
            <a:stCxn id="622" idx="3"/>
            <a:endCxn id="546" idx="1"/>
          </p:cNvCxnSpPr>
          <p:nvPr/>
        </p:nvCxnSpPr>
        <p:spPr>
          <a:xfrm flipV="1">
            <a:off x="15238095" y="14897156"/>
            <a:ext cx="2952750" cy="38193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7" name="直接箭头连接符 576">
            <a:extLst>
              <a:ext uri="{FF2B5EF4-FFF2-40B4-BE49-F238E27FC236}">
                <a16:creationId xmlns:a16="http://schemas.microsoft.com/office/drawing/2014/main" id="{BAAA6D7B-2865-0280-7F52-031196DF6DD4}"/>
              </a:ext>
            </a:extLst>
          </p:cNvPr>
          <p:cNvCxnSpPr>
            <a:stCxn id="623" idx="3"/>
            <a:endCxn id="509" idx="1"/>
          </p:cNvCxnSpPr>
          <p:nvPr/>
        </p:nvCxnSpPr>
        <p:spPr>
          <a:xfrm flipV="1">
            <a:off x="15240651" y="13141686"/>
            <a:ext cx="465455" cy="117812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8" name="直接箭头连接符 577">
            <a:extLst>
              <a:ext uri="{FF2B5EF4-FFF2-40B4-BE49-F238E27FC236}">
                <a16:creationId xmlns:a16="http://schemas.microsoft.com/office/drawing/2014/main" id="{19F37A78-7606-5C13-3EE5-20076DE753AE}"/>
              </a:ext>
            </a:extLst>
          </p:cNvPr>
          <p:cNvCxnSpPr>
            <a:stCxn id="623" idx="3"/>
            <a:endCxn id="514" idx="1"/>
          </p:cNvCxnSpPr>
          <p:nvPr/>
        </p:nvCxnSpPr>
        <p:spPr>
          <a:xfrm>
            <a:off x="15240651" y="13259514"/>
            <a:ext cx="465455" cy="129717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9" name="直接箭头连接符 578">
            <a:extLst>
              <a:ext uri="{FF2B5EF4-FFF2-40B4-BE49-F238E27FC236}">
                <a16:creationId xmlns:a16="http://schemas.microsoft.com/office/drawing/2014/main" id="{A9E87672-CFB3-B030-2E1E-A4CFC0564102}"/>
              </a:ext>
            </a:extLst>
          </p:cNvPr>
          <p:cNvCxnSpPr>
            <a:stCxn id="620" idx="3"/>
            <a:endCxn id="503" idx="1"/>
          </p:cNvCxnSpPr>
          <p:nvPr/>
        </p:nvCxnSpPr>
        <p:spPr>
          <a:xfrm>
            <a:off x="15240018" y="11429626"/>
            <a:ext cx="465455" cy="202565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0" name="直接箭头连接符 579">
            <a:extLst>
              <a:ext uri="{FF2B5EF4-FFF2-40B4-BE49-F238E27FC236}">
                <a16:creationId xmlns:a16="http://schemas.microsoft.com/office/drawing/2014/main" id="{C25A89F0-B56F-B756-8CF5-A9C2F781792F}"/>
              </a:ext>
            </a:extLst>
          </p:cNvPr>
          <p:cNvCxnSpPr>
            <a:stCxn id="620" idx="3"/>
            <a:endCxn id="498" idx="1"/>
          </p:cNvCxnSpPr>
          <p:nvPr/>
        </p:nvCxnSpPr>
        <p:spPr>
          <a:xfrm flipV="1">
            <a:off x="15240018" y="11383271"/>
            <a:ext cx="465455" cy="46355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581" name="组合 580">
            <a:extLst>
              <a:ext uri="{FF2B5EF4-FFF2-40B4-BE49-F238E27FC236}">
                <a16:creationId xmlns:a16="http://schemas.microsoft.com/office/drawing/2014/main" id="{6E62DC7C-DEA3-CF14-79F4-3B01675F0CFB}"/>
              </a:ext>
            </a:extLst>
          </p:cNvPr>
          <p:cNvGrpSpPr/>
          <p:nvPr/>
        </p:nvGrpSpPr>
        <p:grpSpPr>
          <a:xfrm>
            <a:off x="23060676" y="13015536"/>
            <a:ext cx="3240405" cy="1492885"/>
            <a:chOff x="42069" y="1939"/>
            <a:chExt cx="6225" cy="1962"/>
          </a:xfrm>
        </p:grpSpPr>
        <p:sp>
          <p:nvSpPr>
            <p:cNvPr id="582" name="圆角矩形 581">
              <a:extLst>
                <a:ext uri="{FF2B5EF4-FFF2-40B4-BE49-F238E27FC236}">
                  <a16:creationId xmlns:a16="http://schemas.microsoft.com/office/drawing/2014/main" id="{69D57007-3178-04D5-FDA1-2E8561C63AA3}"/>
                </a:ext>
              </a:extLst>
            </p:cNvPr>
            <p:cNvSpPr/>
            <p:nvPr/>
          </p:nvSpPr>
          <p:spPr>
            <a:xfrm>
              <a:off x="42069" y="1939"/>
              <a:ext cx="6225" cy="1962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p:sp>
          <p:nvSpPr>
            <p:cNvPr id="583" name="文本框 582">
              <a:extLst>
                <a:ext uri="{FF2B5EF4-FFF2-40B4-BE49-F238E27FC236}">
                  <a16:creationId xmlns:a16="http://schemas.microsoft.com/office/drawing/2014/main" id="{CC11E6E1-9B01-F084-CB42-3CC931A8BCF8}"/>
                </a:ext>
              </a:extLst>
            </p:cNvPr>
            <p:cNvSpPr txBox="1"/>
            <p:nvPr/>
          </p:nvSpPr>
          <p:spPr>
            <a:xfrm>
              <a:off x="43834" y="2212"/>
              <a:ext cx="2688" cy="1380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pPr algn="ctr"/>
              <a:r>
                <a:rPr lang="en-US" altLang="zh-CN" sz="3600" b="1" i="1"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rPr>
                <a:t>Multi-Relation</a:t>
              </a:r>
              <a:endParaRPr lang="en-US" altLang="zh-CN" sz="3600" b="1" i="1">
                <a:latin typeface="Cambria Math" panose="02040503050406030204" pitchFamily="18" charset="0"/>
                <a:cs typeface="Cambria Math" panose="02040503050406030204" pitchFamily="18" charset="0"/>
              </a:endParaRPr>
            </a:p>
            <a:p>
              <a:pPr algn="ctr"/>
              <a:r>
                <a:rPr lang="en-US" altLang="zh-CN" sz="3600" b="1" i="1">
                  <a:latin typeface="Cambria Math" panose="02040503050406030204" pitchFamily="18" charset="0"/>
                  <a:cs typeface="Cambria Math" panose="02040503050406030204" pitchFamily="18" charset="0"/>
                  <a:sym typeface="+mn-ea"/>
                </a:rPr>
                <a:t>Cross-Attention</a:t>
              </a:r>
              <a:endParaRPr lang="en-US" altLang="zh-CN" sz="3600" b="1"/>
            </a:p>
          </p:txBody>
        </p:sp>
      </p:grpSp>
      <p:cxnSp>
        <p:nvCxnSpPr>
          <p:cNvPr id="584" name="直接箭头连接符 583">
            <a:extLst>
              <a:ext uri="{FF2B5EF4-FFF2-40B4-BE49-F238E27FC236}">
                <a16:creationId xmlns:a16="http://schemas.microsoft.com/office/drawing/2014/main" id="{EFEC6282-B02C-0C73-FE31-69EDB2C5A084}"/>
              </a:ext>
            </a:extLst>
          </p:cNvPr>
          <p:cNvCxnSpPr>
            <a:stCxn id="582" idx="3"/>
            <a:endCxn id="645" idx="1"/>
          </p:cNvCxnSpPr>
          <p:nvPr/>
        </p:nvCxnSpPr>
        <p:spPr>
          <a:xfrm flipV="1">
            <a:off x="26301065" y="13753629"/>
            <a:ext cx="329564" cy="8334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5" name="直接箭头连接符 584">
            <a:extLst>
              <a:ext uri="{FF2B5EF4-FFF2-40B4-BE49-F238E27FC236}">
                <a16:creationId xmlns:a16="http://schemas.microsoft.com/office/drawing/2014/main" id="{47855087-655A-5C59-F8C3-208F97CC5F95}"/>
              </a:ext>
            </a:extLst>
          </p:cNvPr>
          <p:cNvCxnSpPr>
            <a:endCxn id="634" idx="1"/>
          </p:cNvCxnSpPr>
          <p:nvPr/>
        </p:nvCxnSpPr>
        <p:spPr>
          <a:xfrm>
            <a:off x="19147790" y="15272945"/>
            <a:ext cx="483870" cy="1588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49" name="组合 248">
            <a:extLst>
              <a:ext uri="{FF2B5EF4-FFF2-40B4-BE49-F238E27FC236}">
                <a16:creationId xmlns:a16="http://schemas.microsoft.com/office/drawing/2014/main" id="{7C423430-4BFD-0E04-1C76-6061CCCBE549}"/>
              </a:ext>
            </a:extLst>
          </p:cNvPr>
          <p:cNvGrpSpPr/>
          <p:nvPr/>
        </p:nvGrpSpPr>
        <p:grpSpPr>
          <a:xfrm>
            <a:off x="30028530" y="13275235"/>
            <a:ext cx="970915" cy="998220"/>
            <a:chOff x="30028515" y="13501370"/>
            <a:chExt cx="970915" cy="998220"/>
          </a:xfrm>
        </p:grpSpPr>
        <p:sp>
          <p:nvSpPr>
            <p:cNvPr id="446" name="Google Shape;78;p16">
              <a:extLst>
                <a:ext uri="{FF2B5EF4-FFF2-40B4-BE49-F238E27FC236}">
                  <a16:creationId xmlns:a16="http://schemas.microsoft.com/office/drawing/2014/main" id="{A99A9CD4-6A2C-44D0-83D2-338CA7796D75}"/>
                </a:ext>
              </a:extLst>
            </p:cNvPr>
            <p:cNvSpPr/>
            <p:nvPr/>
          </p:nvSpPr>
          <p:spPr>
            <a:xfrm>
              <a:off x="30755590" y="13508355"/>
              <a:ext cx="239395" cy="247650"/>
            </a:xfrm>
            <a:prstGeom prst="roundRect">
              <a:avLst>
                <a:gd name="adj" fmla="val 8791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47" name="Google Shape;78;p16">
              <a:extLst>
                <a:ext uri="{FF2B5EF4-FFF2-40B4-BE49-F238E27FC236}">
                  <a16:creationId xmlns:a16="http://schemas.microsoft.com/office/drawing/2014/main" id="{A736C8C1-6FCA-6882-2456-B7D82951606D}"/>
                </a:ext>
              </a:extLst>
            </p:cNvPr>
            <p:cNvSpPr/>
            <p:nvPr/>
          </p:nvSpPr>
          <p:spPr>
            <a:xfrm>
              <a:off x="30037405" y="14004290"/>
              <a:ext cx="239395" cy="247650"/>
            </a:xfrm>
            <a:prstGeom prst="roundRect">
              <a:avLst>
                <a:gd name="adj" fmla="val 8791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48" name="Google Shape;78;p16">
              <a:extLst>
                <a:ext uri="{FF2B5EF4-FFF2-40B4-BE49-F238E27FC236}">
                  <a16:creationId xmlns:a16="http://schemas.microsoft.com/office/drawing/2014/main" id="{2522C8DC-7848-8922-5D75-9CF9007583D8}"/>
                </a:ext>
              </a:extLst>
            </p:cNvPr>
            <p:cNvSpPr/>
            <p:nvPr/>
          </p:nvSpPr>
          <p:spPr>
            <a:xfrm>
              <a:off x="30276800" y="13756005"/>
              <a:ext cx="239395" cy="247650"/>
            </a:xfrm>
            <a:prstGeom prst="roundRect">
              <a:avLst>
                <a:gd name="adj" fmla="val 8791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49" name="Google Shape;78;p16">
              <a:extLst>
                <a:ext uri="{FF2B5EF4-FFF2-40B4-BE49-F238E27FC236}">
                  <a16:creationId xmlns:a16="http://schemas.microsoft.com/office/drawing/2014/main" id="{2C80E290-9328-7000-8B7C-1D9B734C3EC8}"/>
                </a:ext>
              </a:extLst>
            </p:cNvPr>
            <p:cNvSpPr/>
            <p:nvPr/>
          </p:nvSpPr>
          <p:spPr>
            <a:xfrm>
              <a:off x="30279975" y="14251940"/>
              <a:ext cx="239395" cy="247650"/>
            </a:xfrm>
            <a:prstGeom prst="roundRect">
              <a:avLst>
                <a:gd name="adj" fmla="val 8791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0" name="Google Shape;78;p16">
              <a:extLst>
                <a:ext uri="{FF2B5EF4-FFF2-40B4-BE49-F238E27FC236}">
                  <a16:creationId xmlns:a16="http://schemas.microsoft.com/office/drawing/2014/main" id="{28713414-F18F-6FBD-E5A9-F098018121A3}"/>
                </a:ext>
              </a:extLst>
            </p:cNvPr>
            <p:cNvSpPr/>
            <p:nvPr/>
          </p:nvSpPr>
          <p:spPr>
            <a:xfrm>
              <a:off x="30516195" y="13996670"/>
              <a:ext cx="239395" cy="247650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1" name="Google Shape;78;p16">
              <a:extLst>
                <a:ext uri="{FF2B5EF4-FFF2-40B4-BE49-F238E27FC236}">
                  <a16:creationId xmlns:a16="http://schemas.microsoft.com/office/drawing/2014/main" id="{FD10FE82-0C19-8CB0-798B-1F77851F3684}"/>
                </a:ext>
              </a:extLst>
            </p:cNvPr>
            <p:cNvSpPr/>
            <p:nvPr/>
          </p:nvSpPr>
          <p:spPr>
            <a:xfrm>
              <a:off x="30037405" y="13505815"/>
              <a:ext cx="239395" cy="247650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2" name="Google Shape;78;p16">
              <a:extLst>
                <a:ext uri="{FF2B5EF4-FFF2-40B4-BE49-F238E27FC236}">
                  <a16:creationId xmlns:a16="http://schemas.microsoft.com/office/drawing/2014/main" id="{6A0D3CFF-C673-E67A-8937-2DB4E81ACBA1}"/>
                </a:ext>
              </a:extLst>
            </p:cNvPr>
            <p:cNvSpPr/>
            <p:nvPr/>
          </p:nvSpPr>
          <p:spPr>
            <a:xfrm>
              <a:off x="30760035" y="13744575"/>
              <a:ext cx="239395" cy="247650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3" name="Google Shape;78;p16">
              <a:extLst>
                <a:ext uri="{FF2B5EF4-FFF2-40B4-BE49-F238E27FC236}">
                  <a16:creationId xmlns:a16="http://schemas.microsoft.com/office/drawing/2014/main" id="{0D824B31-EF55-7790-D7A2-C7FFD265E706}"/>
                </a:ext>
              </a:extLst>
            </p:cNvPr>
            <p:cNvSpPr/>
            <p:nvPr/>
          </p:nvSpPr>
          <p:spPr>
            <a:xfrm>
              <a:off x="30038040" y="14251940"/>
              <a:ext cx="239395" cy="247650"/>
            </a:xfrm>
            <a:prstGeom prst="roundRect">
              <a:avLst>
                <a:gd name="adj" fmla="val 8791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4" name="Google Shape;78;p16">
              <a:extLst>
                <a:ext uri="{FF2B5EF4-FFF2-40B4-BE49-F238E27FC236}">
                  <a16:creationId xmlns:a16="http://schemas.microsoft.com/office/drawing/2014/main" id="{1D0A772C-CEF9-6B7C-9EA2-41307E4DEA66}"/>
                </a:ext>
              </a:extLst>
            </p:cNvPr>
            <p:cNvSpPr/>
            <p:nvPr/>
          </p:nvSpPr>
          <p:spPr>
            <a:xfrm>
              <a:off x="30760035" y="14250670"/>
              <a:ext cx="239395" cy="247650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75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5" name="Google Shape;78;p16">
              <a:extLst>
                <a:ext uri="{FF2B5EF4-FFF2-40B4-BE49-F238E27FC236}">
                  <a16:creationId xmlns:a16="http://schemas.microsoft.com/office/drawing/2014/main" id="{56D14026-316D-D9CF-0C30-69CD79938C32}"/>
                </a:ext>
              </a:extLst>
            </p:cNvPr>
            <p:cNvSpPr/>
            <p:nvPr/>
          </p:nvSpPr>
          <p:spPr>
            <a:xfrm>
              <a:off x="30276800" y="14001750"/>
              <a:ext cx="239395" cy="247650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75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6" name="Google Shape;78;p16">
              <a:extLst>
                <a:ext uri="{FF2B5EF4-FFF2-40B4-BE49-F238E27FC236}">
                  <a16:creationId xmlns:a16="http://schemas.microsoft.com/office/drawing/2014/main" id="{4EBBB645-5605-84E2-0D76-B2C3F5991D91}"/>
                </a:ext>
              </a:extLst>
            </p:cNvPr>
            <p:cNvSpPr/>
            <p:nvPr/>
          </p:nvSpPr>
          <p:spPr>
            <a:xfrm>
              <a:off x="30516830" y="13749020"/>
              <a:ext cx="239395" cy="247650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75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57" name="Google Shape;78;p16">
              <a:extLst>
                <a:ext uri="{FF2B5EF4-FFF2-40B4-BE49-F238E27FC236}">
                  <a16:creationId xmlns:a16="http://schemas.microsoft.com/office/drawing/2014/main" id="{BB08AEF9-AFAC-0DF6-F3E8-2105DDC42C8F}"/>
                </a:ext>
              </a:extLst>
            </p:cNvPr>
            <p:cNvSpPr/>
            <p:nvPr/>
          </p:nvSpPr>
          <p:spPr>
            <a:xfrm>
              <a:off x="30280610" y="13501370"/>
              <a:ext cx="239395" cy="247650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75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586" name="组合 585">
              <a:extLst>
                <a:ext uri="{FF2B5EF4-FFF2-40B4-BE49-F238E27FC236}">
                  <a16:creationId xmlns:a16="http://schemas.microsoft.com/office/drawing/2014/main" id="{57B6C99E-27C9-90F5-7CAE-89B7782D535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0028515" y="13504545"/>
              <a:ext cx="970280" cy="248920"/>
              <a:chOff x="366" y="509"/>
              <a:chExt cx="4718" cy="1210"/>
            </a:xfrm>
          </p:grpSpPr>
          <p:sp>
            <p:nvSpPr>
              <p:cNvPr id="587" name="Google Shape;78;p16">
                <a:extLst>
                  <a:ext uri="{FF2B5EF4-FFF2-40B4-BE49-F238E27FC236}">
                    <a16:creationId xmlns:a16="http://schemas.microsoft.com/office/drawing/2014/main" id="{1CD14FFA-CEAD-D9E1-1FCD-6BD5160D4099}"/>
                  </a:ext>
                </a:extLst>
              </p:cNvPr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588" name="Google Shape;79;p16">
                <a:extLst>
                  <a:ext uri="{FF2B5EF4-FFF2-40B4-BE49-F238E27FC236}">
                    <a16:creationId xmlns:a16="http://schemas.microsoft.com/office/drawing/2014/main" id="{317FEF02-793A-C0F1-70F4-EF14BDCCBE8D}"/>
                  </a:ext>
                </a:extLst>
              </p:cNvPr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9" name="Google Shape;80;p16">
                <a:extLst>
                  <a:ext uri="{FF2B5EF4-FFF2-40B4-BE49-F238E27FC236}">
                    <a16:creationId xmlns:a16="http://schemas.microsoft.com/office/drawing/2014/main" id="{C4A79CF8-355B-E8BB-2436-35F059401EF9}"/>
                  </a:ext>
                </a:extLst>
              </p:cNvPr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0" name="Google Shape;81;p16">
                <a:extLst>
                  <a:ext uri="{FF2B5EF4-FFF2-40B4-BE49-F238E27FC236}">
                    <a16:creationId xmlns:a16="http://schemas.microsoft.com/office/drawing/2014/main" id="{384FD4F1-185F-B857-6BA6-245DAF6CBFDD}"/>
                  </a:ext>
                </a:extLst>
              </p:cNvPr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91" name="组合 590">
              <a:extLst>
                <a:ext uri="{FF2B5EF4-FFF2-40B4-BE49-F238E27FC236}">
                  <a16:creationId xmlns:a16="http://schemas.microsoft.com/office/drawing/2014/main" id="{46304BBB-2C24-9297-9F3C-DCC6E72574A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0028515" y="13751560"/>
              <a:ext cx="970280" cy="248920"/>
              <a:chOff x="366" y="509"/>
              <a:chExt cx="4718" cy="1210"/>
            </a:xfrm>
          </p:grpSpPr>
          <p:sp>
            <p:nvSpPr>
              <p:cNvPr id="592" name="Google Shape;78;p16">
                <a:extLst>
                  <a:ext uri="{FF2B5EF4-FFF2-40B4-BE49-F238E27FC236}">
                    <a16:creationId xmlns:a16="http://schemas.microsoft.com/office/drawing/2014/main" id="{29AA6428-400D-475F-2CDC-D57FFE44E189}"/>
                  </a:ext>
                </a:extLst>
              </p:cNvPr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593" name="Google Shape;79;p16">
                <a:extLst>
                  <a:ext uri="{FF2B5EF4-FFF2-40B4-BE49-F238E27FC236}">
                    <a16:creationId xmlns:a16="http://schemas.microsoft.com/office/drawing/2014/main" id="{2C851477-8756-884F-0E7D-3E63135CCE7D}"/>
                  </a:ext>
                </a:extLst>
              </p:cNvPr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4" name="Google Shape;80;p16">
                <a:extLst>
                  <a:ext uri="{FF2B5EF4-FFF2-40B4-BE49-F238E27FC236}">
                    <a16:creationId xmlns:a16="http://schemas.microsoft.com/office/drawing/2014/main" id="{68B7AA9E-A5E0-081B-EA97-EB0968EA1BD7}"/>
                  </a:ext>
                </a:extLst>
              </p:cNvPr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5" name="Google Shape;81;p16">
                <a:extLst>
                  <a:ext uri="{FF2B5EF4-FFF2-40B4-BE49-F238E27FC236}">
                    <a16:creationId xmlns:a16="http://schemas.microsoft.com/office/drawing/2014/main" id="{56BCDD00-107F-171D-AE59-C1C1EDFEB472}"/>
                  </a:ext>
                </a:extLst>
              </p:cNvPr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96" name="组合 595">
              <a:extLst>
                <a:ext uri="{FF2B5EF4-FFF2-40B4-BE49-F238E27FC236}">
                  <a16:creationId xmlns:a16="http://schemas.microsoft.com/office/drawing/2014/main" id="{015C8173-F48A-7E17-90D4-A4642885E3F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0028515" y="14001750"/>
              <a:ext cx="970280" cy="248920"/>
              <a:chOff x="366" y="509"/>
              <a:chExt cx="4718" cy="1210"/>
            </a:xfrm>
          </p:grpSpPr>
          <p:sp>
            <p:nvSpPr>
              <p:cNvPr id="597" name="Google Shape;78;p16">
                <a:extLst>
                  <a:ext uri="{FF2B5EF4-FFF2-40B4-BE49-F238E27FC236}">
                    <a16:creationId xmlns:a16="http://schemas.microsoft.com/office/drawing/2014/main" id="{25C0C545-A1A0-C146-E34C-D4E8863705BF}"/>
                  </a:ext>
                </a:extLst>
              </p:cNvPr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598" name="Google Shape;79;p16">
                <a:extLst>
                  <a:ext uri="{FF2B5EF4-FFF2-40B4-BE49-F238E27FC236}">
                    <a16:creationId xmlns:a16="http://schemas.microsoft.com/office/drawing/2014/main" id="{E74C399C-DAEC-3F63-92ED-7C09BAE10C29}"/>
                  </a:ext>
                </a:extLst>
              </p:cNvPr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9" name="Google Shape;80;p16">
                <a:extLst>
                  <a:ext uri="{FF2B5EF4-FFF2-40B4-BE49-F238E27FC236}">
                    <a16:creationId xmlns:a16="http://schemas.microsoft.com/office/drawing/2014/main" id="{24C2ACEA-527B-1615-7CA8-6BA2C6E4FA5D}"/>
                  </a:ext>
                </a:extLst>
              </p:cNvPr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0" name="Google Shape;81;p16">
                <a:extLst>
                  <a:ext uri="{FF2B5EF4-FFF2-40B4-BE49-F238E27FC236}">
                    <a16:creationId xmlns:a16="http://schemas.microsoft.com/office/drawing/2014/main" id="{F9A52D46-6DB0-4B63-89F0-D40BF308E242}"/>
                  </a:ext>
                </a:extLst>
              </p:cNvPr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01" name="组合 600">
              <a:extLst>
                <a:ext uri="{FF2B5EF4-FFF2-40B4-BE49-F238E27FC236}">
                  <a16:creationId xmlns:a16="http://schemas.microsoft.com/office/drawing/2014/main" id="{1FC5A9C2-65DA-085A-060E-BB73F7F7554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0028515" y="14250670"/>
              <a:ext cx="970486" cy="248920"/>
              <a:chOff x="366" y="509"/>
              <a:chExt cx="4719" cy="1210"/>
            </a:xfrm>
          </p:grpSpPr>
          <p:sp>
            <p:nvSpPr>
              <p:cNvPr id="602" name="Google Shape;78;p16">
                <a:extLst>
                  <a:ext uri="{FF2B5EF4-FFF2-40B4-BE49-F238E27FC236}">
                    <a16:creationId xmlns:a16="http://schemas.microsoft.com/office/drawing/2014/main" id="{F2020FDC-2515-A6F8-991B-259EFB97D4C3}"/>
                  </a:ext>
                </a:extLst>
              </p:cNvPr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603" name="Google Shape;79;p16">
                <a:extLst>
                  <a:ext uri="{FF2B5EF4-FFF2-40B4-BE49-F238E27FC236}">
                    <a16:creationId xmlns:a16="http://schemas.microsoft.com/office/drawing/2014/main" id="{5B6B5EE9-2032-5416-3628-68BC7F25D2EB}"/>
                  </a:ext>
                </a:extLst>
              </p:cNvPr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4" name="Google Shape;80;p16">
                <a:extLst>
                  <a:ext uri="{FF2B5EF4-FFF2-40B4-BE49-F238E27FC236}">
                    <a16:creationId xmlns:a16="http://schemas.microsoft.com/office/drawing/2014/main" id="{5F12C58E-8B6F-69D0-733C-A42D2B20DA89}"/>
                  </a:ext>
                </a:extLst>
              </p:cNvPr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5" name="Google Shape;81;p16">
                <a:extLst>
                  <a:ext uri="{FF2B5EF4-FFF2-40B4-BE49-F238E27FC236}">
                    <a16:creationId xmlns:a16="http://schemas.microsoft.com/office/drawing/2014/main" id="{BABA85E8-C2F9-707F-C9FA-7B887E4DA156}"/>
                  </a:ext>
                </a:extLst>
              </p:cNvPr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606" name="直接箭头连接符 605">
            <a:extLst>
              <a:ext uri="{FF2B5EF4-FFF2-40B4-BE49-F238E27FC236}">
                <a16:creationId xmlns:a16="http://schemas.microsoft.com/office/drawing/2014/main" id="{FF5C2F1E-1C5B-60FD-77A6-19ECDFFD234E}"/>
              </a:ext>
            </a:extLst>
          </p:cNvPr>
          <p:cNvCxnSpPr>
            <a:endCxn id="587" idx="1"/>
          </p:cNvCxnSpPr>
          <p:nvPr/>
        </p:nvCxnSpPr>
        <p:spPr>
          <a:xfrm flipV="1">
            <a:off x="29705934" y="13402269"/>
            <a:ext cx="322580" cy="342247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7" name="直接箭头连接符 606">
            <a:extLst>
              <a:ext uri="{FF2B5EF4-FFF2-40B4-BE49-F238E27FC236}">
                <a16:creationId xmlns:a16="http://schemas.microsoft.com/office/drawing/2014/main" id="{66FADC64-050C-DC62-4DF1-787F08594283}"/>
              </a:ext>
            </a:extLst>
          </p:cNvPr>
          <p:cNvCxnSpPr>
            <a:endCxn id="597" idx="1"/>
          </p:cNvCxnSpPr>
          <p:nvPr/>
        </p:nvCxnSpPr>
        <p:spPr>
          <a:xfrm>
            <a:off x="29705934" y="13744500"/>
            <a:ext cx="322580" cy="154958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8" name="直接箭头连接符 607">
            <a:extLst>
              <a:ext uri="{FF2B5EF4-FFF2-40B4-BE49-F238E27FC236}">
                <a16:creationId xmlns:a16="http://schemas.microsoft.com/office/drawing/2014/main" id="{D55ADA3C-C89A-1FD8-2725-72B7AC780F68}"/>
              </a:ext>
            </a:extLst>
          </p:cNvPr>
          <p:cNvCxnSpPr>
            <a:endCxn id="602" idx="1"/>
          </p:cNvCxnSpPr>
          <p:nvPr/>
        </p:nvCxnSpPr>
        <p:spPr>
          <a:xfrm>
            <a:off x="29705934" y="13744500"/>
            <a:ext cx="322580" cy="403878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9" name="直接箭头连接符 608">
            <a:extLst>
              <a:ext uri="{FF2B5EF4-FFF2-40B4-BE49-F238E27FC236}">
                <a16:creationId xmlns:a16="http://schemas.microsoft.com/office/drawing/2014/main" id="{26C33B35-B7C0-6993-364C-39310A90835E}"/>
              </a:ext>
            </a:extLst>
          </p:cNvPr>
          <p:cNvCxnSpPr>
            <a:endCxn id="592" idx="1"/>
          </p:cNvCxnSpPr>
          <p:nvPr/>
        </p:nvCxnSpPr>
        <p:spPr>
          <a:xfrm flipV="1">
            <a:off x="29705934" y="13649268"/>
            <a:ext cx="322580" cy="95232"/>
          </a:xfrm>
          <a:prstGeom prst="straightConnector1">
            <a:avLst/>
          </a:prstGeom>
          <a:ln w="28575" cmpd="sng">
            <a:solidFill>
              <a:srgbClr val="C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0" name="文本框 609">
            <a:extLst>
              <a:ext uri="{FF2B5EF4-FFF2-40B4-BE49-F238E27FC236}">
                <a16:creationId xmlns:a16="http://schemas.microsoft.com/office/drawing/2014/main" id="{7561742A-3FEB-F59A-944E-F96CE8CE2444}"/>
              </a:ext>
            </a:extLst>
          </p:cNvPr>
          <p:cNvSpPr txBox="1"/>
          <p:nvPr/>
        </p:nvSpPr>
        <p:spPr>
          <a:xfrm rot="16200000">
            <a:off x="28000978" y="9577630"/>
            <a:ext cx="2031325" cy="3825240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4000" b="1" i="1" dirty="0">
                <a:latin typeface="Cambria Math" panose="02040503050406030204" pitchFamily="18" charset="0"/>
                <a:ea typeface="微软雅黑 Light" panose="020B0502040204020203" charset="-122"/>
                <a:cs typeface="Cambria Math" panose="02040503050406030204" pitchFamily="18" charset="0"/>
              </a:rPr>
              <a:t>Multi-Relation Global </a:t>
            </a:r>
          </a:p>
          <a:p>
            <a:pPr algn="ctr"/>
            <a:r>
              <a:rPr lang="en-US" altLang="zh-CN" sz="4000" b="1" i="1" dirty="0">
                <a:latin typeface="Cambria Math" panose="02040503050406030204" pitchFamily="18" charset="0"/>
                <a:ea typeface="微软雅黑 Light" panose="020B0502040204020203" charset="-122"/>
                <a:cs typeface="Cambria Math" panose="02040503050406030204" pitchFamily="18" charset="0"/>
              </a:rPr>
              <a:t>Cross-Attention</a:t>
            </a:r>
            <a:endParaRPr lang="en-US" altLang="zh-CN" sz="4000" dirty="0"/>
          </a:p>
        </p:txBody>
      </p:sp>
      <p:pic>
        <p:nvPicPr>
          <p:cNvPr id="611" name="图片 610" descr="target node">
            <a:extLst>
              <a:ext uri="{FF2B5EF4-FFF2-40B4-BE49-F238E27FC236}">
                <a16:creationId xmlns:a16="http://schemas.microsoft.com/office/drawing/2014/main" id="{69E1AFBE-B12F-3762-2BB6-FDDE19700A89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648844" y="10740333"/>
            <a:ext cx="1080135" cy="1080135"/>
          </a:xfrm>
          <a:prstGeom prst="rect">
            <a:avLst/>
          </a:prstGeom>
        </p:spPr>
      </p:pic>
      <p:pic>
        <p:nvPicPr>
          <p:cNvPr id="612" name="图片 611" descr="herb node">
            <a:extLst>
              <a:ext uri="{FF2B5EF4-FFF2-40B4-BE49-F238E27FC236}">
                <a16:creationId xmlns:a16="http://schemas.microsoft.com/office/drawing/2014/main" id="{5FC91466-1A2C-1179-3C2A-3C92426EFA4F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948562" y="14638058"/>
            <a:ext cx="995045" cy="995045"/>
          </a:xfrm>
          <a:prstGeom prst="rect">
            <a:avLst/>
          </a:prstGeom>
        </p:spPr>
      </p:pic>
      <p:pic>
        <p:nvPicPr>
          <p:cNvPr id="613" name="图片 612" descr="herb node">
            <a:extLst>
              <a:ext uri="{FF2B5EF4-FFF2-40B4-BE49-F238E27FC236}">
                <a16:creationId xmlns:a16="http://schemas.microsoft.com/office/drawing/2014/main" id="{18676D74-9BF9-A0D6-57DD-37C37E12EAC0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075562" y="14765058"/>
            <a:ext cx="995045" cy="995045"/>
          </a:xfrm>
          <a:prstGeom prst="rect">
            <a:avLst/>
          </a:prstGeom>
        </p:spPr>
      </p:pic>
      <p:pic>
        <p:nvPicPr>
          <p:cNvPr id="614" name="图片 613" descr="herb node">
            <a:extLst>
              <a:ext uri="{FF2B5EF4-FFF2-40B4-BE49-F238E27FC236}">
                <a16:creationId xmlns:a16="http://schemas.microsoft.com/office/drawing/2014/main" id="{A308FB64-0F75-3065-6263-2348C7BE3EB2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202562" y="14892058"/>
            <a:ext cx="995045" cy="995045"/>
          </a:xfrm>
          <a:prstGeom prst="rect">
            <a:avLst/>
          </a:prstGeom>
        </p:spPr>
      </p:pic>
      <p:pic>
        <p:nvPicPr>
          <p:cNvPr id="615" name="图片 614" descr="molecule node">
            <a:extLst>
              <a:ext uri="{FF2B5EF4-FFF2-40B4-BE49-F238E27FC236}">
                <a16:creationId xmlns:a16="http://schemas.microsoft.com/office/drawing/2014/main" id="{4FEFC556-3F56-DFCF-BEF0-ECB09325F58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48562" y="12867401"/>
            <a:ext cx="995045" cy="995045"/>
          </a:xfrm>
          <a:prstGeom prst="rect">
            <a:avLst/>
          </a:prstGeom>
        </p:spPr>
      </p:pic>
      <p:pic>
        <p:nvPicPr>
          <p:cNvPr id="616" name="图片 615" descr="target node">
            <a:extLst>
              <a:ext uri="{FF2B5EF4-FFF2-40B4-BE49-F238E27FC236}">
                <a16:creationId xmlns:a16="http://schemas.microsoft.com/office/drawing/2014/main" id="{7A47F740-D51B-1776-7E26-633BED4F211C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775844" y="10867333"/>
            <a:ext cx="1080135" cy="1080135"/>
          </a:xfrm>
          <a:prstGeom prst="rect">
            <a:avLst/>
          </a:prstGeom>
        </p:spPr>
      </p:pic>
      <p:sp>
        <p:nvSpPr>
          <p:cNvPr id="620" name="圆角矩形 619">
            <a:extLst>
              <a:ext uri="{FF2B5EF4-FFF2-40B4-BE49-F238E27FC236}">
                <a16:creationId xmlns:a16="http://schemas.microsoft.com/office/drawing/2014/main" id="{7AF448EB-3318-BB4D-364C-CF4A6E1E148D}"/>
              </a:ext>
            </a:extLst>
          </p:cNvPr>
          <p:cNvSpPr/>
          <p:nvPr/>
        </p:nvSpPr>
        <p:spPr>
          <a:xfrm>
            <a:off x="13686174" y="10888923"/>
            <a:ext cx="1553845" cy="108013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rgbClr val="0070C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1" name="文本框 620">
                <a:extLst>
                  <a:ext uri="{FF2B5EF4-FFF2-40B4-BE49-F238E27FC236}">
                    <a16:creationId xmlns:a16="http://schemas.microsoft.com/office/drawing/2014/main" id="{EA987B9B-478F-A65F-6026-539EA4DDEE23}"/>
                  </a:ext>
                </a:extLst>
              </p:cNvPr>
              <p:cNvSpPr txBox="1"/>
              <p:nvPr/>
            </p:nvSpPr>
            <p:spPr>
              <a:xfrm>
                <a:off x="13726161" y="11004493"/>
                <a:ext cx="529590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 xmlns="">
          <p:sp>
            <p:nvSpPr>
              <p:cNvPr id="621" name="文本框 620">
                <a:extLst>
                  <a:ext uri="{FF2B5EF4-FFF2-40B4-BE49-F238E27FC236}">
                    <a16:creationId xmlns:a16="http://schemas.microsoft.com/office/drawing/2014/main" id="{EA987B9B-478F-A65F-6026-539EA4DDE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6161" y="11004493"/>
                <a:ext cx="529590" cy="657225"/>
              </a:xfrm>
              <a:prstGeom prst="rect">
                <a:avLst/>
              </a:prstGeom>
              <a:blipFill>
                <a:blip r:embed="rId58"/>
                <a:stretch>
                  <a:fillRect r="-172414" b="-13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2" name="圆角矩形 621">
            <a:extLst>
              <a:ext uri="{FF2B5EF4-FFF2-40B4-BE49-F238E27FC236}">
                <a16:creationId xmlns:a16="http://schemas.microsoft.com/office/drawing/2014/main" id="{E5227062-BB89-0643-90C4-F065BC458392}"/>
              </a:ext>
            </a:extLst>
          </p:cNvPr>
          <p:cNvSpPr/>
          <p:nvPr/>
        </p:nvSpPr>
        <p:spPr>
          <a:xfrm>
            <a:off x="13684267" y="14739023"/>
            <a:ext cx="1553845" cy="108013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p:sp>
        <p:nvSpPr>
          <p:cNvPr id="623" name="圆角矩形 622">
            <a:extLst>
              <a:ext uri="{FF2B5EF4-FFF2-40B4-BE49-F238E27FC236}">
                <a16:creationId xmlns:a16="http://schemas.microsoft.com/office/drawing/2014/main" id="{FA63FB6B-0B24-3DFA-BA48-C775E87A5FF1}"/>
              </a:ext>
            </a:extLst>
          </p:cNvPr>
          <p:cNvSpPr/>
          <p:nvPr/>
        </p:nvSpPr>
        <p:spPr>
          <a:xfrm>
            <a:off x="13686807" y="12719446"/>
            <a:ext cx="1553845" cy="1080135"/>
          </a:xfrm>
          <a:prstGeom prst="roundRect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4400" baseline="-250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4" name="文本框 623">
                <a:extLst>
                  <a:ext uri="{FF2B5EF4-FFF2-40B4-BE49-F238E27FC236}">
                    <a16:creationId xmlns:a16="http://schemas.microsoft.com/office/drawing/2014/main" id="{C9C128CC-EBBD-DF5B-E86A-B04A60A93DCC}"/>
                  </a:ext>
                </a:extLst>
              </p:cNvPr>
              <p:cNvSpPr txBox="1"/>
              <p:nvPr/>
            </p:nvSpPr>
            <p:spPr>
              <a:xfrm>
                <a:off x="13718053" y="12902326"/>
                <a:ext cx="871220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 xmlns="">
          <p:sp>
            <p:nvSpPr>
              <p:cNvPr id="624" name="文本框 623">
                <a:extLst>
                  <a:ext uri="{FF2B5EF4-FFF2-40B4-BE49-F238E27FC236}">
                    <a16:creationId xmlns:a16="http://schemas.microsoft.com/office/drawing/2014/main" id="{C9C128CC-EBBD-DF5B-E86A-B04A60A93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8053" y="12902326"/>
                <a:ext cx="871220" cy="657225"/>
              </a:xfrm>
              <a:prstGeom prst="rect">
                <a:avLst/>
              </a:prstGeom>
              <a:blipFill>
                <a:blip r:embed="rId59"/>
                <a:stretch>
                  <a:fillRect r="-66434" b="-140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A2CCE06E-EC87-EC2C-6AD5-C8DAB1CF6E89}"/>
                  </a:ext>
                </a:extLst>
              </p:cNvPr>
              <p:cNvSpPr txBox="1"/>
              <p:nvPr/>
            </p:nvSpPr>
            <p:spPr>
              <a:xfrm>
                <a:off x="13808711" y="14901583"/>
                <a:ext cx="1068070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 xmlns="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A2CCE06E-EC87-EC2C-6AD5-C8DAB1CF6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8711" y="14901583"/>
                <a:ext cx="1068070" cy="657225"/>
              </a:xfrm>
              <a:prstGeom prst="rect">
                <a:avLst/>
              </a:prstGeom>
              <a:blipFill>
                <a:blip r:embed="rId60"/>
                <a:stretch>
                  <a:fillRect r="-17714" b="-13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427257E2-C760-3483-63C1-33CD43CBABAB}"/>
                  </a:ext>
                </a:extLst>
              </p:cNvPr>
              <p:cNvSpPr txBox="1"/>
              <p:nvPr/>
            </p:nvSpPr>
            <p:spPr>
              <a:xfrm>
                <a:off x="18074640" y="15801378"/>
                <a:ext cx="1351280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 xmlns="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427257E2-C760-3483-63C1-33CD43CBA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4640" y="15801378"/>
                <a:ext cx="1351280" cy="657225"/>
              </a:xfrm>
              <a:prstGeom prst="rect">
                <a:avLst/>
              </a:prstGeom>
              <a:blipFill>
                <a:blip r:embed="rId61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9" name="肘形连接符 628">
            <a:extLst>
              <a:ext uri="{FF2B5EF4-FFF2-40B4-BE49-F238E27FC236}">
                <a16:creationId xmlns:a16="http://schemas.microsoft.com/office/drawing/2014/main" id="{A426B5C9-DAB9-3F15-1872-E43E2E82CD8D}"/>
              </a:ext>
            </a:extLst>
          </p:cNvPr>
          <p:cNvCxnSpPr>
            <a:endCxn id="518" idx="0"/>
          </p:cNvCxnSpPr>
          <p:nvPr/>
        </p:nvCxnSpPr>
        <p:spPr>
          <a:xfrm>
            <a:off x="16681453" y="11405798"/>
            <a:ext cx="634680" cy="506092"/>
          </a:xfrm>
          <a:prstGeom prst="bentConnector2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0" name="肘形连接符 629">
            <a:extLst>
              <a:ext uri="{FF2B5EF4-FFF2-40B4-BE49-F238E27FC236}">
                <a16:creationId xmlns:a16="http://schemas.microsoft.com/office/drawing/2014/main" id="{7D46772E-44FB-25A1-FA96-01B680BD3981}"/>
              </a:ext>
            </a:extLst>
          </p:cNvPr>
          <p:cNvCxnSpPr>
            <a:endCxn id="518" idx="2"/>
          </p:cNvCxnSpPr>
          <p:nvPr/>
        </p:nvCxnSpPr>
        <p:spPr>
          <a:xfrm flipV="1">
            <a:off x="16681466" y="12658666"/>
            <a:ext cx="634683" cy="601345"/>
          </a:xfrm>
          <a:prstGeom prst="bentConnector2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1" name="直接箭头连接符 630">
            <a:extLst>
              <a:ext uri="{FF2B5EF4-FFF2-40B4-BE49-F238E27FC236}">
                <a16:creationId xmlns:a16="http://schemas.microsoft.com/office/drawing/2014/main" id="{0CA2908C-314A-43FE-EEE8-27DAA2951249}"/>
              </a:ext>
            </a:extLst>
          </p:cNvPr>
          <p:cNvCxnSpPr/>
          <p:nvPr/>
        </p:nvCxnSpPr>
        <p:spPr>
          <a:xfrm flipV="1">
            <a:off x="17689195" y="12266855"/>
            <a:ext cx="504190" cy="0"/>
          </a:xfrm>
          <a:prstGeom prst="straightConnector1">
            <a:avLst/>
          </a:prstGeom>
          <a:ln w="28575" cmpd="sng">
            <a:solidFill>
              <a:schemeClr val="accent1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0090B023-99BD-A17F-2C67-D80BD3B831B4}"/>
                  </a:ext>
                </a:extLst>
              </p:cNvPr>
              <p:cNvSpPr txBox="1"/>
              <p:nvPr/>
            </p:nvSpPr>
            <p:spPr>
              <a:xfrm>
                <a:off x="18076545" y="12867581"/>
                <a:ext cx="1351280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 xmlns=""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0090B023-99BD-A17F-2C67-D80BD3B83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6545" y="12867581"/>
                <a:ext cx="1351280" cy="657225"/>
              </a:xfrm>
              <a:prstGeom prst="rect">
                <a:avLst/>
              </a:prstGeom>
              <a:blipFill>
                <a:blip r:embed="rId62"/>
                <a:stretch>
                  <a:fillRect b="-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3" name="组合 632">
            <a:extLst>
              <a:ext uri="{FF2B5EF4-FFF2-40B4-BE49-F238E27FC236}">
                <a16:creationId xmlns:a16="http://schemas.microsoft.com/office/drawing/2014/main" id="{B6B0806B-A021-93DD-9472-799D7E9AA1DB}"/>
              </a:ext>
            </a:extLst>
          </p:cNvPr>
          <p:cNvGrpSpPr/>
          <p:nvPr/>
        </p:nvGrpSpPr>
        <p:grpSpPr>
          <a:xfrm>
            <a:off x="19631676" y="14528106"/>
            <a:ext cx="3085465" cy="1492885"/>
            <a:chOff x="44307" y="2422"/>
            <a:chExt cx="5025" cy="1962"/>
          </a:xfrm>
        </p:grpSpPr>
        <p:sp>
          <p:nvSpPr>
            <p:cNvPr id="634" name="圆角矩形 633">
              <a:extLst>
                <a:ext uri="{FF2B5EF4-FFF2-40B4-BE49-F238E27FC236}">
                  <a16:creationId xmlns:a16="http://schemas.microsoft.com/office/drawing/2014/main" id="{B0048596-DB30-3168-AE8A-61712FDC9F64}"/>
                </a:ext>
              </a:extLst>
            </p:cNvPr>
            <p:cNvSpPr/>
            <p:nvPr/>
          </p:nvSpPr>
          <p:spPr>
            <a:xfrm>
              <a:off x="44307" y="2422"/>
              <a:ext cx="5025" cy="1962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p:sp>
          <p:nvSpPr>
            <p:cNvPr id="635" name="文本框 634">
              <a:extLst>
                <a:ext uri="{FF2B5EF4-FFF2-40B4-BE49-F238E27FC236}">
                  <a16:creationId xmlns:a16="http://schemas.microsoft.com/office/drawing/2014/main" id="{3741BA08-5B1B-4A0D-7090-C814C697A2E6}"/>
                </a:ext>
              </a:extLst>
            </p:cNvPr>
            <p:cNvSpPr txBox="1"/>
            <p:nvPr/>
          </p:nvSpPr>
          <p:spPr>
            <a:xfrm>
              <a:off x="45809" y="2603"/>
              <a:ext cx="1885" cy="1380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pPr algn="ctr"/>
              <a: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  <a:t>Multi-Head</a:t>
              </a:r>
              <a:b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</a:br>
              <a: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  <a:t>Self-Attention</a:t>
              </a:r>
              <a:endParaRPr lang="en-US" altLang="zh-CN" sz="3600" b="1" dirty="0"/>
            </a:p>
          </p:txBody>
        </p:sp>
      </p:grpSp>
      <p:grpSp>
        <p:nvGrpSpPr>
          <p:cNvPr id="636" name="组合 635">
            <a:extLst>
              <a:ext uri="{FF2B5EF4-FFF2-40B4-BE49-F238E27FC236}">
                <a16:creationId xmlns:a16="http://schemas.microsoft.com/office/drawing/2014/main" id="{FE507440-9813-8C83-3FBB-4F46CC967316}"/>
              </a:ext>
            </a:extLst>
          </p:cNvPr>
          <p:cNvGrpSpPr/>
          <p:nvPr/>
        </p:nvGrpSpPr>
        <p:grpSpPr>
          <a:xfrm>
            <a:off x="23028926" y="15530771"/>
            <a:ext cx="3060065" cy="1475105"/>
            <a:chOff x="44606" y="1751"/>
            <a:chExt cx="5126" cy="2326"/>
          </a:xfrm>
        </p:grpSpPr>
        <p:sp>
          <p:nvSpPr>
            <p:cNvPr id="637" name="圆角矩形 636">
              <a:extLst>
                <a:ext uri="{FF2B5EF4-FFF2-40B4-BE49-F238E27FC236}">
                  <a16:creationId xmlns:a16="http://schemas.microsoft.com/office/drawing/2014/main" id="{BEE7DACD-44B5-261E-76DE-DBAA37D58B9B}"/>
                </a:ext>
              </a:extLst>
            </p:cNvPr>
            <p:cNvSpPr/>
            <p:nvPr/>
          </p:nvSpPr>
          <p:spPr>
            <a:xfrm>
              <a:off x="44606" y="1751"/>
              <a:ext cx="5126" cy="2326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p:sp>
          <p:nvSpPr>
            <p:cNvPr id="638" name="文本框 637">
              <a:extLst>
                <a:ext uri="{FF2B5EF4-FFF2-40B4-BE49-F238E27FC236}">
                  <a16:creationId xmlns:a16="http://schemas.microsoft.com/office/drawing/2014/main" id="{4D094DD5-50A3-94BC-8B78-0F05C294117E}"/>
                </a:ext>
              </a:extLst>
            </p:cNvPr>
            <p:cNvSpPr txBox="1"/>
            <p:nvPr/>
          </p:nvSpPr>
          <p:spPr>
            <a:xfrm>
              <a:off x="45724" y="2104"/>
              <a:ext cx="2688" cy="1380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pPr algn="ctr"/>
              <a:r>
                <a:rPr lang="en-US" altLang="zh-CN" sz="3600" b="1" i="1">
                  <a:latin typeface="Cambria Math" panose="02040503050406030204" pitchFamily="18" charset="0"/>
                  <a:cs typeface="Cambria Math" panose="02040503050406030204" pitchFamily="18" charset="0"/>
                </a:rPr>
                <a:t>Feed Forward</a:t>
              </a:r>
              <a:br>
                <a:rPr lang="en-US" altLang="zh-CN" sz="3600" b="1" i="1">
                  <a:latin typeface="Cambria Math" panose="02040503050406030204" pitchFamily="18" charset="0"/>
                  <a:cs typeface="Cambria Math" panose="02040503050406030204" pitchFamily="18" charset="0"/>
                </a:rPr>
              </a:br>
              <a:r>
                <a:rPr lang="en-US" altLang="zh-CN" sz="3600" b="1" i="1">
                  <a:latin typeface="Cambria Math" panose="02040503050406030204" pitchFamily="18" charset="0"/>
                  <a:cs typeface="Cambria Math" panose="02040503050406030204" pitchFamily="18" charset="0"/>
                </a:rPr>
                <a:t>Network</a:t>
              </a:r>
              <a:endParaRPr lang="en-US" altLang="zh-CN" sz="3600" b="1"/>
            </a:p>
          </p:txBody>
        </p:sp>
      </p:grpSp>
      <p:cxnSp>
        <p:nvCxnSpPr>
          <p:cNvPr id="639" name="直接箭头连接符 638">
            <a:extLst>
              <a:ext uri="{FF2B5EF4-FFF2-40B4-BE49-F238E27FC236}">
                <a16:creationId xmlns:a16="http://schemas.microsoft.com/office/drawing/2014/main" id="{824268F2-6A78-7038-4710-4482AFDE252D}"/>
              </a:ext>
            </a:extLst>
          </p:cNvPr>
          <p:cNvCxnSpPr/>
          <p:nvPr/>
        </p:nvCxnSpPr>
        <p:spPr>
          <a:xfrm flipV="1">
            <a:off x="19204958" y="12247805"/>
            <a:ext cx="467995" cy="0"/>
          </a:xfrm>
          <a:prstGeom prst="straightConnector1">
            <a:avLst/>
          </a:prstGeom>
          <a:ln w="28575" cmpd="sng">
            <a:solidFill>
              <a:schemeClr val="accent1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0" name="肘形连接符 639">
            <a:extLst>
              <a:ext uri="{FF2B5EF4-FFF2-40B4-BE49-F238E27FC236}">
                <a16:creationId xmlns:a16="http://schemas.microsoft.com/office/drawing/2014/main" id="{A650AC62-89FC-93BE-39B9-177838D7E8A7}"/>
              </a:ext>
            </a:extLst>
          </p:cNvPr>
          <p:cNvCxnSpPr>
            <a:stCxn id="543" idx="3"/>
          </p:cNvCxnSpPr>
          <p:nvPr/>
        </p:nvCxnSpPr>
        <p:spPr>
          <a:xfrm flipH="1">
            <a:off x="24738348" y="11231488"/>
            <a:ext cx="1382395" cy="1784032"/>
          </a:xfrm>
          <a:prstGeom prst="bentConnector4">
            <a:avLst>
              <a:gd name="adj1" fmla="val -35830"/>
              <a:gd name="adj2" fmla="val 70671"/>
            </a:avLst>
          </a:prstGeom>
          <a:ln w="28575" cmpd="sng">
            <a:solidFill>
              <a:schemeClr val="accent1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1" name="肘形连接符 640">
            <a:extLst>
              <a:ext uri="{FF2B5EF4-FFF2-40B4-BE49-F238E27FC236}">
                <a16:creationId xmlns:a16="http://schemas.microsoft.com/office/drawing/2014/main" id="{1619A5C1-4ADB-F33F-EEFD-2915278833A5}"/>
              </a:ext>
            </a:extLst>
          </p:cNvPr>
          <p:cNvCxnSpPr/>
          <p:nvPr/>
        </p:nvCxnSpPr>
        <p:spPr>
          <a:xfrm flipH="1" flipV="1">
            <a:off x="24738346" y="14508405"/>
            <a:ext cx="1350645" cy="1760220"/>
          </a:xfrm>
          <a:prstGeom prst="bentConnector4">
            <a:avLst>
              <a:gd name="adj1" fmla="val -37565"/>
              <a:gd name="adj2" fmla="val 70960"/>
            </a:avLst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3" name="肘形连接符 642">
            <a:extLst>
              <a:ext uri="{FF2B5EF4-FFF2-40B4-BE49-F238E27FC236}">
                <a16:creationId xmlns:a16="http://schemas.microsoft.com/office/drawing/2014/main" id="{D8B769A1-4344-2BF2-8E2D-9F35107B26DF}"/>
              </a:ext>
            </a:extLst>
          </p:cNvPr>
          <p:cNvCxnSpPr>
            <a:stCxn id="634" idx="2"/>
          </p:cNvCxnSpPr>
          <p:nvPr/>
        </p:nvCxnSpPr>
        <p:spPr>
          <a:xfrm rot="16200000" flipH="1">
            <a:off x="21978144" y="15217224"/>
            <a:ext cx="247332" cy="1854834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44" name="组合 643">
            <a:extLst>
              <a:ext uri="{FF2B5EF4-FFF2-40B4-BE49-F238E27FC236}">
                <a16:creationId xmlns:a16="http://schemas.microsoft.com/office/drawing/2014/main" id="{AD915DB1-1C03-A66E-DDBD-B7963B77C93F}"/>
              </a:ext>
            </a:extLst>
          </p:cNvPr>
          <p:cNvGrpSpPr>
            <a:grpSpLocks noChangeAspect="1"/>
          </p:cNvGrpSpPr>
          <p:nvPr/>
        </p:nvGrpSpPr>
        <p:grpSpPr>
          <a:xfrm>
            <a:off x="26630629" y="13006629"/>
            <a:ext cx="3099262" cy="1494000"/>
            <a:chOff x="44256" y="1559"/>
            <a:chExt cx="5126" cy="2326"/>
          </a:xfrm>
        </p:grpSpPr>
        <p:sp>
          <p:nvSpPr>
            <p:cNvPr id="645" name="圆角矩形 644">
              <a:extLst>
                <a:ext uri="{FF2B5EF4-FFF2-40B4-BE49-F238E27FC236}">
                  <a16:creationId xmlns:a16="http://schemas.microsoft.com/office/drawing/2014/main" id="{74AEC5F9-B824-53C9-4924-A4A75F8A60FB}"/>
                </a:ext>
              </a:extLst>
            </p:cNvPr>
            <p:cNvSpPr/>
            <p:nvPr/>
          </p:nvSpPr>
          <p:spPr>
            <a:xfrm>
              <a:off x="44256" y="1559"/>
              <a:ext cx="5126" cy="2326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p:sp>
          <p:nvSpPr>
            <p:cNvPr id="646" name="文本框 645">
              <a:extLst>
                <a:ext uri="{FF2B5EF4-FFF2-40B4-BE49-F238E27FC236}">
                  <a16:creationId xmlns:a16="http://schemas.microsoft.com/office/drawing/2014/main" id="{88A64A06-0FFF-59E0-0C10-01245A3EEA8B}"/>
                </a:ext>
              </a:extLst>
            </p:cNvPr>
            <p:cNvSpPr txBox="1"/>
            <p:nvPr/>
          </p:nvSpPr>
          <p:spPr>
            <a:xfrm>
              <a:off x="45414" y="1828"/>
              <a:ext cx="2688" cy="1380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pPr algn="ctr"/>
              <a: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  <a:t>Feed Forward</a:t>
              </a:r>
              <a:b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</a:br>
              <a:r>
                <a:rPr lang="en-US" altLang="zh-CN" sz="3600" b="1" i="1" dirty="0">
                  <a:latin typeface="Cambria Math" panose="02040503050406030204" pitchFamily="18" charset="0"/>
                  <a:cs typeface="Cambria Math" panose="02040503050406030204" pitchFamily="18" charset="0"/>
                </a:rPr>
                <a:t>Network</a:t>
              </a:r>
              <a:endParaRPr lang="en-US" altLang="zh-CN" sz="36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7" name="文本框 646">
                <a:extLst>
                  <a:ext uri="{FF2B5EF4-FFF2-40B4-BE49-F238E27FC236}">
                    <a16:creationId xmlns:a16="http://schemas.microsoft.com/office/drawing/2014/main" id="{73CB3786-7FBA-BBA8-E303-0A9BB76B3089}"/>
                  </a:ext>
                </a:extLst>
              </p:cNvPr>
              <p:cNvSpPr txBox="1"/>
              <p:nvPr/>
            </p:nvSpPr>
            <p:spPr>
              <a:xfrm>
                <a:off x="29723397" y="14401016"/>
                <a:ext cx="1351280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 dirty="0"/>
              </a:p>
            </p:txBody>
          </p:sp>
        </mc:Choice>
        <mc:Fallback xmlns="">
          <p:sp>
            <p:nvSpPr>
              <p:cNvPr id="647" name="文本框 646">
                <a:extLst>
                  <a:ext uri="{FF2B5EF4-FFF2-40B4-BE49-F238E27FC236}">
                    <a16:creationId xmlns:a16="http://schemas.microsoft.com/office/drawing/2014/main" id="{73CB3786-7FBA-BBA8-E303-0A9BB76B3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23397" y="14401016"/>
                <a:ext cx="1351280" cy="657225"/>
              </a:xfrm>
              <a:prstGeom prst="rect">
                <a:avLst/>
              </a:prstGeom>
              <a:blipFill>
                <a:blip r:embed="rId63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8" name="直接箭头连接符 647">
            <a:extLst>
              <a:ext uri="{FF2B5EF4-FFF2-40B4-BE49-F238E27FC236}">
                <a16:creationId xmlns:a16="http://schemas.microsoft.com/office/drawing/2014/main" id="{B564C048-2C1B-EA91-9D3C-CE674910786F}"/>
              </a:ext>
            </a:extLst>
          </p:cNvPr>
          <p:cNvCxnSpPr>
            <a:stCxn id="587" idx="3"/>
            <a:endCxn id="652" idx="1"/>
          </p:cNvCxnSpPr>
          <p:nvPr/>
        </p:nvCxnSpPr>
        <p:spPr>
          <a:xfrm flipV="1">
            <a:off x="30999016" y="13400364"/>
            <a:ext cx="827405" cy="190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9" name="文本框 648">
                <a:extLst>
                  <a:ext uri="{FF2B5EF4-FFF2-40B4-BE49-F238E27FC236}">
                    <a16:creationId xmlns:a16="http://schemas.microsoft.com/office/drawing/2014/main" id="{65005E76-90AC-D7F4-D732-7D07762308C2}"/>
                  </a:ext>
                </a:extLst>
              </p:cNvPr>
              <p:cNvSpPr txBox="1"/>
              <p:nvPr/>
            </p:nvSpPr>
            <p:spPr>
              <a:xfrm>
                <a:off x="32009095" y="13655600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acc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649" name="文本框 648">
                <a:extLst>
                  <a:ext uri="{FF2B5EF4-FFF2-40B4-BE49-F238E27FC236}">
                    <a16:creationId xmlns:a16="http://schemas.microsoft.com/office/drawing/2014/main" id="{65005E76-90AC-D7F4-D732-7D0776230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9095" y="13655600"/>
                <a:ext cx="1318895" cy="447040"/>
              </a:xfrm>
              <a:prstGeom prst="rect">
                <a:avLst/>
              </a:prstGeom>
              <a:blipFill>
                <a:blip r:embed="rId64"/>
                <a:stretch>
                  <a:fillRect b="-1246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0" name="组合 649">
            <a:extLst>
              <a:ext uri="{FF2B5EF4-FFF2-40B4-BE49-F238E27FC236}">
                <a16:creationId xmlns:a16="http://schemas.microsoft.com/office/drawing/2014/main" id="{D138A61B-B1DA-D210-314B-655A67274AC3}"/>
              </a:ext>
            </a:extLst>
          </p:cNvPr>
          <p:cNvGrpSpPr/>
          <p:nvPr/>
        </p:nvGrpSpPr>
        <p:grpSpPr>
          <a:xfrm>
            <a:off x="31814134" y="13215561"/>
            <a:ext cx="1403350" cy="367665"/>
            <a:chOff x="70623" y="15986"/>
            <a:chExt cx="2210" cy="579"/>
          </a:xfrm>
        </p:grpSpPr>
        <p:sp>
          <p:nvSpPr>
            <p:cNvPr id="651" name="Google Shape;78;p16">
              <a:extLst>
                <a:ext uri="{FF2B5EF4-FFF2-40B4-BE49-F238E27FC236}">
                  <a16:creationId xmlns:a16="http://schemas.microsoft.com/office/drawing/2014/main" id="{ECDADCC5-91B5-2E0B-5E19-A5FFF4FBD360}"/>
                </a:ext>
              </a:extLst>
            </p:cNvPr>
            <p:cNvSpPr/>
            <p:nvPr/>
          </p:nvSpPr>
          <p:spPr>
            <a:xfrm>
              <a:off x="72280" y="16001"/>
              <a:ext cx="546" cy="564"/>
            </a:xfrm>
            <a:prstGeom prst="roundRect">
              <a:avLst>
                <a:gd name="adj" fmla="val 8791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652" name="Google Shape;78;p16">
              <a:extLst>
                <a:ext uri="{FF2B5EF4-FFF2-40B4-BE49-F238E27FC236}">
                  <a16:creationId xmlns:a16="http://schemas.microsoft.com/office/drawing/2014/main" id="{D40FE0FF-5C78-FA0D-DF06-E36EC55B6B85}"/>
                </a:ext>
              </a:extLst>
            </p:cNvPr>
            <p:cNvSpPr/>
            <p:nvPr/>
          </p:nvSpPr>
          <p:spPr>
            <a:xfrm>
              <a:off x="70642" y="15995"/>
              <a:ext cx="546" cy="564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653" name="Google Shape;78;p16">
              <a:extLst>
                <a:ext uri="{FF2B5EF4-FFF2-40B4-BE49-F238E27FC236}">
                  <a16:creationId xmlns:a16="http://schemas.microsoft.com/office/drawing/2014/main" id="{0E3FF43E-8102-F3AA-15CF-84B41BB38A62}"/>
                </a:ext>
              </a:extLst>
            </p:cNvPr>
            <p:cNvSpPr/>
            <p:nvPr/>
          </p:nvSpPr>
          <p:spPr>
            <a:xfrm>
              <a:off x="71197" y="15986"/>
              <a:ext cx="546" cy="564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75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654" name="组合 653">
              <a:extLst>
                <a:ext uri="{FF2B5EF4-FFF2-40B4-BE49-F238E27FC236}">
                  <a16:creationId xmlns:a16="http://schemas.microsoft.com/office/drawing/2014/main" id="{FD938209-8927-C908-1EC4-440D31DA76B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0623" y="15992"/>
              <a:ext cx="2211" cy="567"/>
              <a:chOff x="366" y="509"/>
              <a:chExt cx="4718" cy="1210"/>
            </a:xfrm>
          </p:grpSpPr>
          <p:sp>
            <p:nvSpPr>
              <p:cNvPr id="655" name="Google Shape;78;p16">
                <a:extLst>
                  <a:ext uri="{FF2B5EF4-FFF2-40B4-BE49-F238E27FC236}">
                    <a16:creationId xmlns:a16="http://schemas.microsoft.com/office/drawing/2014/main" id="{76BF94CC-E12A-9010-87BC-11C8349328BA}"/>
                  </a:ext>
                </a:extLst>
              </p:cNvPr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656" name="Google Shape;79;p16">
                <a:extLst>
                  <a:ext uri="{FF2B5EF4-FFF2-40B4-BE49-F238E27FC236}">
                    <a16:creationId xmlns:a16="http://schemas.microsoft.com/office/drawing/2014/main" id="{8D838F2F-361B-EE0F-7D12-B622939FE8C6}"/>
                  </a:ext>
                </a:extLst>
              </p:cNvPr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7" name="Google Shape;80;p16">
                <a:extLst>
                  <a:ext uri="{FF2B5EF4-FFF2-40B4-BE49-F238E27FC236}">
                    <a16:creationId xmlns:a16="http://schemas.microsoft.com/office/drawing/2014/main" id="{9090FEEA-CEBD-2AEF-ED66-25759FDF9F19}"/>
                  </a:ext>
                </a:extLst>
              </p:cNvPr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8" name="Google Shape;81;p16">
                <a:extLst>
                  <a:ext uri="{FF2B5EF4-FFF2-40B4-BE49-F238E27FC236}">
                    <a16:creationId xmlns:a16="http://schemas.microsoft.com/office/drawing/2014/main" id="{96D77148-AE4D-05A5-996E-6C78EADCC03E}"/>
                  </a:ext>
                </a:extLst>
              </p:cNvPr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87" name="文本框 686">
            <a:extLst>
              <a:ext uri="{FF2B5EF4-FFF2-40B4-BE49-F238E27FC236}">
                <a16:creationId xmlns:a16="http://schemas.microsoft.com/office/drawing/2014/main" id="{9C5DADD1-D168-EC19-E76B-A9E89EBB904D}"/>
              </a:ext>
            </a:extLst>
          </p:cNvPr>
          <p:cNvSpPr txBox="1"/>
          <p:nvPr/>
        </p:nvSpPr>
        <p:spPr>
          <a:xfrm>
            <a:off x="39286680" y="13157847"/>
            <a:ext cx="2511425" cy="60960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pPr algn="ctr"/>
            <a:r>
              <a:rPr lang="en-US" altLang="zh-CN" sz="2800" b="1" i="1" dirty="0">
                <a:solidFill>
                  <a:srgbClr val="C00000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Multi-Relation</a:t>
            </a:r>
            <a:endParaRPr lang="en-US" altLang="zh-CN" sz="2800" b="1" i="1" dirty="0">
              <a:solidFill>
                <a:srgbClr val="C00000"/>
              </a:solidFill>
              <a:latin typeface="Cambria Math" panose="02040503050406030204" pitchFamily="18" charset="0"/>
              <a:cs typeface="Cambria Math" panose="02040503050406030204" pitchFamily="18" charset="0"/>
            </a:endParaRPr>
          </a:p>
          <a:p>
            <a:pPr algn="ctr"/>
            <a:r>
              <a:rPr lang="en-US" altLang="zh-CN" sz="2800" b="1" i="1" dirty="0">
                <a:solidFill>
                  <a:srgbClr val="C00000"/>
                </a:solidFill>
                <a:latin typeface="Cambria Math" panose="02040503050406030204" pitchFamily="18" charset="0"/>
                <a:cs typeface="Cambria Math" panose="02040503050406030204" pitchFamily="18" charset="0"/>
                <a:sym typeface="+mn-ea"/>
              </a:rPr>
              <a:t>Cross-Attention</a:t>
            </a:r>
          </a:p>
        </p:txBody>
      </p:sp>
      <p:sp>
        <p:nvSpPr>
          <p:cNvPr id="689" name="文本框 688">
            <a:extLst>
              <a:ext uri="{FF2B5EF4-FFF2-40B4-BE49-F238E27FC236}">
                <a16:creationId xmlns:a16="http://schemas.microsoft.com/office/drawing/2014/main" id="{85578F4B-688E-A76D-B2BB-BF651D36F386}"/>
              </a:ext>
            </a:extLst>
          </p:cNvPr>
          <p:cNvSpPr txBox="1"/>
          <p:nvPr/>
        </p:nvSpPr>
        <p:spPr>
          <a:xfrm>
            <a:off x="39220367" y="10762994"/>
            <a:ext cx="2511425" cy="60960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pPr algn="ctr"/>
            <a:r>
              <a:rPr lang="en-US" altLang="zh-CN" sz="2800" b="1" i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sym typeface="+mn-ea"/>
              </a:rPr>
              <a:t>Source</a:t>
            </a:r>
          </a:p>
          <a:p>
            <a:pPr algn="ctr"/>
            <a:r>
              <a:rPr lang="en-US" altLang="zh-CN" sz="2800" b="1" i="1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sym typeface="+mn-ea"/>
              </a:rPr>
              <a:t>Self-Attention</a:t>
            </a:r>
          </a:p>
        </p:txBody>
      </p:sp>
      <p:sp>
        <p:nvSpPr>
          <p:cNvPr id="691" name="文本框 690">
            <a:extLst>
              <a:ext uri="{FF2B5EF4-FFF2-40B4-BE49-F238E27FC236}">
                <a16:creationId xmlns:a16="http://schemas.microsoft.com/office/drawing/2014/main" id="{9C73A763-4B4D-99C1-B608-C01E08A85CF3}"/>
              </a:ext>
            </a:extLst>
          </p:cNvPr>
          <p:cNvSpPr txBox="1"/>
          <p:nvPr/>
        </p:nvSpPr>
        <p:spPr>
          <a:xfrm>
            <a:off x="38584949" y="16291150"/>
            <a:ext cx="2511425" cy="60960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pPr algn="ctr"/>
            <a:r>
              <a:rPr lang="en-US" altLang="zh-CN" sz="2800" b="1" i="1" dirty="0">
                <a:solidFill>
                  <a:srgbClr val="00B050"/>
                </a:solidFill>
                <a:latin typeface="Cambria Math" panose="02040503050406030204" pitchFamily="18" charset="0"/>
                <a:sym typeface="+mn-ea"/>
              </a:rPr>
              <a:t>Target</a:t>
            </a:r>
          </a:p>
          <a:p>
            <a:pPr algn="ctr"/>
            <a:r>
              <a:rPr lang="en-US" altLang="zh-CN" sz="2800" b="1" i="1" dirty="0">
                <a:solidFill>
                  <a:srgbClr val="00B050"/>
                </a:solidFill>
                <a:latin typeface="Cambria Math" panose="02040503050406030204" pitchFamily="18" charset="0"/>
                <a:sym typeface="+mn-ea"/>
              </a:rPr>
              <a:t>Self-Attention</a:t>
            </a:r>
          </a:p>
        </p:txBody>
      </p:sp>
      <p:cxnSp>
        <p:nvCxnSpPr>
          <p:cNvPr id="692" name="直接连接符 691">
            <a:extLst>
              <a:ext uri="{FF2B5EF4-FFF2-40B4-BE49-F238E27FC236}">
                <a16:creationId xmlns:a16="http://schemas.microsoft.com/office/drawing/2014/main" id="{A20F4A50-7052-F121-DCA3-AAF16F5F64D1}"/>
              </a:ext>
            </a:extLst>
          </p:cNvPr>
          <p:cNvCxnSpPr>
            <a:endCxn id="660" idx="1"/>
          </p:cNvCxnSpPr>
          <p:nvPr/>
        </p:nvCxnSpPr>
        <p:spPr>
          <a:xfrm>
            <a:off x="33143840" y="13611464"/>
            <a:ext cx="1844675" cy="2364105"/>
          </a:xfrm>
          <a:prstGeom prst="line">
            <a:avLst/>
          </a:prstGeom>
          <a:ln w="50800" cmpd="sng">
            <a:solidFill>
              <a:schemeClr val="tx1"/>
            </a:solidFill>
            <a:prstDash val="solid"/>
            <a:head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3" name="圆角矩形 692">
            <a:extLst>
              <a:ext uri="{FF2B5EF4-FFF2-40B4-BE49-F238E27FC236}">
                <a16:creationId xmlns:a16="http://schemas.microsoft.com/office/drawing/2014/main" id="{7C63F8F4-2C12-28CA-4BA6-CE7526338698}"/>
              </a:ext>
            </a:extLst>
          </p:cNvPr>
          <p:cNvSpPr/>
          <p:nvPr/>
        </p:nvSpPr>
        <p:spPr>
          <a:xfrm>
            <a:off x="33582611" y="10024053"/>
            <a:ext cx="8535034" cy="7163435"/>
          </a:xfrm>
          <a:prstGeom prst="roundRect">
            <a:avLst>
              <a:gd name="adj" fmla="val 6896"/>
            </a:avLst>
          </a:prstGeom>
          <a:noFill/>
          <a:ln w="28575" cmpd="sng">
            <a:noFill/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tx1"/>
                </a:solidFill>
              </a:ln>
            </a:endParaRPr>
          </a:p>
        </p:txBody>
      </p:sp>
      <p:pic>
        <p:nvPicPr>
          <p:cNvPr id="694" name="图片 693" descr="加号">
            <a:extLst>
              <a:ext uri="{FF2B5EF4-FFF2-40B4-BE49-F238E27FC236}">
                <a16:creationId xmlns:a16="http://schemas.microsoft.com/office/drawing/2014/main" id="{138BC2D1-9572-FD85-A718-B1A2184584FD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7404695" y="16383560"/>
            <a:ext cx="539750" cy="539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95" name="文本框 694">
                <a:extLst>
                  <a:ext uri="{FF2B5EF4-FFF2-40B4-BE49-F238E27FC236}">
                    <a16:creationId xmlns:a16="http://schemas.microsoft.com/office/drawing/2014/main" id="{8DFE9643-B486-B801-EAC8-BF4E60D2CB29}"/>
                  </a:ext>
                </a:extLst>
              </p:cNvPr>
              <p:cNvSpPr txBox="1"/>
              <p:nvPr/>
            </p:nvSpPr>
            <p:spPr>
              <a:xfrm>
                <a:off x="28051141" y="16268625"/>
                <a:ext cx="323913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40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concatenate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695" name="文本框 694">
                <a:extLst>
                  <a:ext uri="{FF2B5EF4-FFF2-40B4-BE49-F238E27FC236}">
                    <a16:creationId xmlns:a16="http://schemas.microsoft.com/office/drawing/2014/main" id="{8DFE9643-B486-B801-EAC8-BF4E60D2C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1141" y="16268625"/>
                <a:ext cx="3239135" cy="447040"/>
              </a:xfrm>
              <a:prstGeom prst="rect">
                <a:avLst/>
              </a:prstGeom>
              <a:blipFill>
                <a:blip r:embed="rId65"/>
                <a:stretch>
                  <a:fillRect l="-6780" t="-24658" b="-116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6" name="肘形连接符 695">
            <a:extLst>
              <a:ext uri="{FF2B5EF4-FFF2-40B4-BE49-F238E27FC236}">
                <a16:creationId xmlns:a16="http://schemas.microsoft.com/office/drawing/2014/main" id="{68D5667F-2395-6FB8-67B2-DCD0F9E5189D}"/>
              </a:ext>
            </a:extLst>
          </p:cNvPr>
          <p:cNvCxnSpPr>
            <a:stCxn id="413" idx="2"/>
            <a:endCxn id="93" idx="0"/>
          </p:cNvCxnSpPr>
          <p:nvPr/>
        </p:nvCxnSpPr>
        <p:spPr>
          <a:xfrm rot="16200000" flipH="1">
            <a:off x="30645924" y="7458747"/>
            <a:ext cx="3734522" cy="805"/>
          </a:xfrm>
          <a:prstGeom prst="bentConnector3">
            <a:avLst>
              <a:gd name="adj1" fmla="val 50000"/>
            </a:avLst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7" name="直接箭头连接符 696">
            <a:extLst>
              <a:ext uri="{FF2B5EF4-FFF2-40B4-BE49-F238E27FC236}">
                <a16:creationId xmlns:a16="http://schemas.microsoft.com/office/drawing/2014/main" id="{129FD364-AAD7-0FCC-BB77-D4106DF8CB91}"/>
              </a:ext>
            </a:extLst>
          </p:cNvPr>
          <p:cNvCxnSpPr>
            <a:stCxn id="655" idx="0"/>
            <a:endCxn id="93" idx="2"/>
          </p:cNvCxnSpPr>
          <p:nvPr/>
        </p:nvCxnSpPr>
        <p:spPr>
          <a:xfrm flipH="1" flipV="1">
            <a:off x="32513920" y="10135797"/>
            <a:ext cx="1905" cy="308356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98" name="组合 697">
            <a:extLst>
              <a:ext uri="{FF2B5EF4-FFF2-40B4-BE49-F238E27FC236}">
                <a16:creationId xmlns:a16="http://schemas.microsoft.com/office/drawing/2014/main" id="{10E88544-20E5-6C61-5CA5-099BC221CB07}"/>
              </a:ext>
            </a:extLst>
          </p:cNvPr>
          <p:cNvGrpSpPr/>
          <p:nvPr/>
        </p:nvGrpSpPr>
        <p:grpSpPr>
          <a:xfrm>
            <a:off x="33897071" y="9106732"/>
            <a:ext cx="1812290" cy="1259840"/>
            <a:chOff x="27076" y="6003"/>
            <a:chExt cx="2854" cy="1984"/>
          </a:xfrm>
        </p:grpSpPr>
        <p:sp>
          <p:nvSpPr>
            <p:cNvPr id="699" name="圆角矩形 698">
              <a:extLst>
                <a:ext uri="{FF2B5EF4-FFF2-40B4-BE49-F238E27FC236}">
                  <a16:creationId xmlns:a16="http://schemas.microsoft.com/office/drawing/2014/main" id="{0C4F6D43-AB92-1294-5FF5-960DBF2219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076" y="6003"/>
              <a:ext cx="2854" cy="1984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4400" baseline="-250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0" name="文本框 699">
                  <a:extLst>
                    <a:ext uri="{FF2B5EF4-FFF2-40B4-BE49-F238E27FC236}">
                      <a16:creationId xmlns:a16="http://schemas.microsoft.com/office/drawing/2014/main" id="{40C97FDA-CD25-F13E-0F33-687543C5C592}"/>
                    </a:ext>
                  </a:extLst>
                </p:cNvPr>
                <p:cNvSpPr txBox="1"/>
                <p:nvPr/>
              </p:nvSpPr>
              <p:spPr>
                <a:xfrm>
                  <a:off x="27127" y="6004"/>
                  <a:ext cx="2439" cy="13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5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5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zh-CN" altLang="en-US" sz="5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altLang="zh-CN" sz="5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5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5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sub>
                          <m:sup>
                            <m:r>
                              <a:rPr lang="en-US" altLang="zh-CN" sz="5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𝑓</m:t>
                            </m:r>
                          </m:sup>
                        </m:sSubSup>
                      </m:oMath>
                    </m:oMathPara>
                  </a14:m>
                  <a:endParaRPr lang="en-US" altLang="zh-CN" sz="5400" dirty="0"/>
                </a:p>
              </p:txBody>
            </p:sp>
          </mc:Choice>
          <mc:Fallback xmlns="">
            <p:sp>
              <p:nvSpPr>
                <p:cNvPr id="700" name="文本框 6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27" y="6004"/>
                  <a:ext cx="2439" cy="1380"/>
                </a:xfrm>
                <a:prstGeom prst="rect">
                  <a:avLst/>
                </a:prstGeom>
                <a:blipFill rotWithShape="1">
                  <a:blip r:embed="rId6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01" name="直接箭头连接符 700">
            <a:extLst>
              <a:ext uri="{FF2B5EF4-FFF2-40B4-BE49-F238E27FC236}">
                <a16:creationId xmlns:a16="http://schemas.microsoft.com/office/drawing/2014/main" id="{64A02741-13B8-28F5-EA74-59E1AE8D16DC}"/>
              </a:ext>
            </a:extLst>
          </p:cNvPr>
          <p:cNvCxnSpPr>
            <a:stCxn id="93" idx="3"/>
            <a:endCxn id="699" idx="1"/>
          </p:cNvCxnSpPr>
          <p:nvPr/>
        </p:nvCxnSpPr>
        <p:spPr>
          <a:xfrm>
            <a:off x="32918416" y="9731208"/>
            <a:ext cx="978671" cy="5444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02" name="组合 701">
            <a:extLst>
              <a:ext uri="{FF2B5EF4-FFF2-40B4-BE49-F238E27FC236}">
                <a16:creationId xmlns:a16="http://schemas.microsoft.com/office/drawing/2014/main" id="{1A3A4233-7C3C-B842-E716-B04A0C7B0D7B}"/>
              </a:ext>
            </a:extLst>
          </p:cNvPr>
          <p:cNvGrpSpPr/>
          <p:nvPr/>
        </p:nvGrpSpPr>
        <p:grpSpPr>
          <a:xfrm>
            <a:off x="36647256" y="9540155"/>
            <a:ext cx="1056640" cy="360045"/>
            <a:chOff x="38534" y="15021"/>
            <a:chExt cx="1664" cy="567"/>
          </a:xfrm>
        </p:grpSpPr>
        <p:sp>
          <p:nvSpPr>
            <p:cNvPr id="703" name="Google Shape;78;p16">
              <a:extLst>
                <a:ext uri="{FF2B5EF4-FFF2-40B4-BE49-F238E27FC236}">
                  <a16:creationId xmlns:a16="http://schemas.microsoft.com/office/drawing/2014/main" id="{BF6113DB-D87C-BA99-8632-90474A83DDBE}"/>
                </a:ext>
              </a:extLst>
            </p:cNvPr>
            <p:cNvSpPr/>
            <p:nvPr/>
          </p:nvSpPr>
          <p:spPr>
            <a:xfrm>
              <a:off x="39647" y="15024"/>
              <a:ext cx="546" cy="564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704" name="Google Shape;78;p16">
              <a:extLst>
                <a:ext uri="{FF2B5EF4-FFF2-40B4-BE49-F238E27FC236}">
                  <a16:creationId xmlns:a16="http://schemas.microsoft.com/office/drawing/2014/main" id="{4D1B8B1C-D701-1FF1-B1E8-859C227B0DF3}"/>
                </a:ext>
              </a:extLst>
            </p:cNvPr>
            <p:cNvSpPr/>
            <p:nvPr/>
          </p:nvSpPr>
          <p:spPr>
            <a:xfrm>
              <a:off x="38555" y="15024"/>
              <a:ext cx="546" cy="564"/>
            </a:xfrm>
            <a:prstGeom prst="roundRect">
              <a:avLst>
                <a:gd name="adj" fmla="val 8791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706" name="Google Shape;78;p16">
              <a:extLst>
                <a:ext uri="{FF2B5EF4-FFF2-40B4-BE49-F238E27FC236}">
                  <a16:creationId xmlns:a16="http://schemas.microsoft.com/office/drawing/2014/main" id="{EC68A5F6-F47E-F457-D12C-B9E7663776F3}"/>
                </a:ext>
              </a:extLst>
            </p:cNvPr>
            <p:cNvSpPr/>
            <p:nvPr/>
          </p:nvSpPr>
          <p:spPr>
            <a:xfrm>
              <a:off x="39652" y="15021"/>
              <a:ext cx="546" cy="564"/>
            </a:xfrm>
            <a:prstGeom prst="roundRect">
              <a:avLst>
                <a:gd name="adj" fmla="val 13186"/>
              </a:avLst>
            </a:prstGeom>
            <a:solidFill>
              <a:schemeClr val="accent4">
                <a:lumMod val="75000"/>
              </a:schemeClr>
            </a:soli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707" name="组合 706">
              <a:extLst>
                <a:ext uri="{FF2B5EF4-FFF2-40B4-BE49-F238E27FC236}">
                  <a16:creationId xmlns:a16="http://schemas.microsoft.com/office/drawing/2014/main" id="{B7691F6A-AB6A-82B6-7691-457F3003324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534" y="15021"/>
              <a:ext cx="1664" cy="567"/>
              <a:chOff x="2119" y="6323"/>
              <a:chExt cx="3552" cy="1210"/>
            </a:xfrm>
            <a:noFill/>
          </p:grpSpPr>
          <p:sp>
            <p:nvSpPr>
              <p:cNvPr id="708" name="Google Shape;78;p16">
                <a:extLst>
                  <a:ext uri="{FF2B5EF4-FFF2-40B4-BE49-F238E27FC236}">
                    <a16:creationId xmlns:a16="http://schemas.microsoft.com/office/drawing/2014/main" id="{F0B99DE1-A222-FC49-C958-A31D01433D31}"/>
                  </a:ext>
                </a:extLst>
              </p:cNvPr>
              <p:cNvSpPr/>
              <p:nvPr/>
            </p:nvSpPr>
            <p:spPr>
              <a:xfrm>
                <a:off x="2119" y="6323"/>
                <a:ext cx="3553" cy="1204"/>
              </a:xfrm>
              <a:prstGeom prst="roundRect">
                <a:avLst>
                  <a:gd name="adj" fmla="val 16667"/>
                </a:avLst>
              </a:prstGeom>
              <a:grpFill/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709" name="Google Shape;79;p16">
                <a:extLst>
                  <a:ext uri="{FF2B5EF4-FFF2-40B4-BE49-F238E27FC236}">
                    <a16:creationId xmlns:a16="http://schemas.microsoft.com/office/drawing/2014/main" id="{9C8AC8AA-7710-6ECA-AF87-B58DBD679CE6}"/>
                  </a:ext>
                </a:extLst>
              </p:cNvPr>
              <p:cNvCxnSpPr/>
              <p:nvPr/>
            </p:nvCxnSpPr>
            <p:spPr>
              <a:xfrm flipH="1">
                <a:off x="3327" y="6329"/>
                <a:ext cx="12" cy="1204"/>
              </a:xfrm>
              <a:prstGeom prst="straightConnector1">
                <a:avLst/>
              </a:prstGeom>
              <a:grp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0" name="Google Shape;80;p16">
                <a:extLst>
                  <a:ext uri="{FF2B5EF4-FFF2-40B4-BE49-F238E27FC236}">
                    <a16:creationId xmlns:a16="http://schemas.microsoft.com/office/drawing/2014/main" id="{1D329509-D4E1-05EC-4BD4-153884E8B44C}"/>
                  </a:ext>
                </a:extLst>
              </p:cNvPr>
              <p:cNvCxnSpPr/>
              <p:nvPr/>
            </p:nvCxnSpPr>
            <p:spPr>
              <a:xfrm flipH="1">
                <a:off x="4494" y="6329"/>
                <a:ext cx="12" cy="1204"/>
              </a:xfrm>
              <a:prstGeom prst="straightConnector1">
                <a:avLst/>
              </a:prstGeom>
              <a:grpFill/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713" name="直接箭头连接符 712">
            <a:extLst>
              <a:ext uri="{FF2B5EF4-FFF2-40B4-BE49-F238E27FC236}">
                <a16:creationId xmlns:a16="http://schemas.microsoft.com/office/drawing/2014/main" id="{A1283008-E404-D580-D298-B4BF8E47F8AC}"/>
              </a:ext>
            </a:extLst>
          </p:cNvPr>
          <p:cNvCxnSpPr>
            <a:stCxn id="699" idx="3"/>
            <a:endCxn id="708" idx="1"/>
          </p:cNvCxnSpPr>
          <p:nvPr/>
        </p:nvCxnSpPr>
        <p:spPr>
          <a:xfrm flipV="1">
            <a:off x="35709377" y="9719285"/>
            <a:ext cx="937895" cy="17383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4" name="文本框 713">
                <a:extLst>
                  <a:ext uri="{FF2B5EF4-FFF2-40B4-BE49-F238E27FC236}">
                    <a16:creationId xmlns:a16="http://schemas.microsoft.com/office/drawing/2014/main" id="{87167EB3-13A4-CE8F-506D-EBA61D5AB80F}"/>
                  </a:ext>
                </a:extLst>
              </p:cNvPr>
              <p:cNvSpPr txBox="1"/>
              <p:nvPr/>
            </p:nvSpPr>
            <p:spPr>
              <a:xfrm>
                <a:off x="36497728" y="8811148"/>
                <a:ext cx="1318895" cy="35623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40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714" name="文本框 713">
                <a:extLst>
                  <a:ext uri="{FF2B5EF4-FFF2-40B4-BE49-F238E27FC236}">
                    <a16:creationId xmlns:a16="http://schemas.microsoft.com/office/drawing/2014/main" id="{87167EB3-13A4-CE8F-506D-EBA61D5AB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97728" y="8811148"/>
                <a:ext cx="1318895" cy="356235"/>
              </a:xfrm>
              <a:prstGeom prst="rect">
                <a:avLst/>
              </a:prstGeom>
              <a:blipFill>
                <a:blip r:embed="rId67"/>
                <a:stretch>
                  <a:fillRect b="-169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5" name="组合 714">
            <a:extLst>
              <a:ext uri="{FF2B5EF4-FFF2-40B4-BE49-F238E27FC236}">
                <a16:creationId xmlns:a16="http://schemas.microsoft.com/office/drawing/2014/main" id="{C848DD6B-FCCF-E763-76E7-043BAE2DB47D}"/>
              </a:ext>
            </a:extLst>
          </p:cNvPr>
          <p:cNvGrpSpPr/>
          <p:nvPr/>
        </p:nvGrpSpPr>
        <p:grpSpPr>
          <a:xfrm rot="16200000">
            <a:off x="40018772" y="7994841"/>
            <a:ext cx="869383" cy="3495040"/>
            <a:chOff x="10928" y="-615"/>
            <a:chExt cx="412" cy="8545"/>
          </a:xfrm>
        </p:grpSpPr>
        <p:sp>
          <p:nvSpPr>
            <p:cNvPr id="716" name="圆角矩形 715">
              <a:extLst>
                <a:ext uri="{FF2B5EF4-FFF2-40B4-BE49-F238E27FC236}">
                  <a16:creationId xmlns:a16="http://schemas.microsoft.com/office/drawing/2014/main" id="{A2D7860B-0B39-251D-1931-254961A8DF8F}"/>
                </a:ext>
              </a:extLst>
            </p:cNvPr>
            <p:cNvSpPr/>
            <p:nvPr/>
          </p:nvSpPr>
          <p:spPr>
            <a:xfrm>
              <a:off x="10928" y="-615"/>
              <a:ext cx="412" cy="854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7" name="文本框 716">
              <a:extLst>
                <a:ext uri="{FF2B5EF4-FFF2-40B4-BE49-F238E27FC236}">
                  <a16:creationId xmlns:a16="http://schemas.microsoft.com/office/drawing/2014/main" id="{70140E7D-CC16-646D-3C3F-223C452F8435}"/>
                </a:ext>
              </a:extLst>
            </p:cNvPr>
            <p:cNvSpPr txBox="1"/>
            <p:nvPr/>
          </p:nvSpPr>
          <p:spPr>
            <a:xfrm>
              <a:off x="10972" y="-196"/>
              <a:ext cx="299" cy="7578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 rtlCol="0">
              <a:noAutofit/>
            </a:bodyPr>
            <a:lstStyle/>
            <a:p>
              <a:pPr algn="ctr"/>
              <a:r>
                <a:rPr lang="en-US" altLang="zh-CN" sz="2800" b="1" i="1" dirty="0">
                  <a:latin typeface="Cambria Math" panose="02040503050406030204" pitchFamily="18" charset="0"/>
                </a:rPr>
                <a:t>Downstream Tasks</a:t>
              </a:r>
            </a:p>
          </p:txBody>
        </p:sp>
      </p:grpSp>
      <p:sp>
        <p:nvSpPr>
          <p:cNvPr id="718" name="下箭头 717">
            <a:extLst>
              <a:ext uri="{FF2B5EF4-FFF2-40B4-BE49-F238E27FC236}">
                <a16:creationId xmlns:a16="http://schemas.microsoft.com/office/drawing/2014/main" id="{1214BF30-CABC-69F8-1BF9-E12A6098E697}"/>
              </a:ext>
            </a:extLst>
          </p:cNvPr>
          <p:cNvSpPr/>
          <p:nvPr/>
        </p:nvSpPr>
        <p:spPr>
          <a:xfrm rot="16200000">
            <a:off x="38049989" y="9356622"/>
            <a:ext cx="360045" cy="720090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9" name="文本框 718">
            <a:extLst>
              <a:ext uri="{FF2B5EF4-FFF2-40B4-BE49-F238E27FC236}">
                <a16:creationId xmlns:a16="http://schemas.microsoft.com/office/drawing/2014/main" id="{6FB5311E-F550-E7EF-72ED-F7EB98D99BF6}"/>
              </a:ext>
            </a:extLst>
          </p:cNvPr>
          <p:cNvSpPr txBox="1"/>
          <p:nvPr/>
        </p:nvSpPr>
        <p:spPr>
          <a:xfrm rot="16200000">
            <a:off x="32863154" y="-242927"/>
            <a:ext cx="800219" cy="4144645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4000" b="1" i="1" dirty="0">
                <a:latin typeface="Cambria Math" panose="02040503050406030204" pitchFamily="18" charset="0"/>
                <a:ea typeface="微软雅黑 Light" panose="020B0502040204020203" charset="-122"/>
                <a:cs typeface="Cambria Math" panose="02040503050406030204" pitchFamily="18" charset="0"/>
              </a:rPr>
              <a:t>TRLA Layers</a:t>
            </a:r>
            <a:endParaRPr lang="en-US" altLang="zh-CN" sz="4000" dirty="0"/>
          </a:p>
        </p:txBody>
      </p:sp>
      <p:sp>
        <p:nvSpPr>
          <p:cNvPr id="720" name="文本框 719">
            <a:extLst>
              <a:ext uri="{FF2B5EF4-FFF2-40B4-BE49-F238E27FC236}">
                <a16:creationId xmlns:a16="http://schemas.microsoft.com/office/drawing/2014/main" id="{548EA5FB-9147-FD44-7424-54699E66CC52}"/>
              </a:ext>
            </a:extLst>
          </p:cNvPr>
          <p:cNvSpPr txBox="1"/>
          <p:nvPr/>
        </p:nvSpPr>
        <p:spPr>
          <a:xfrm rot="16200000">
            <a:off x="34819108" y="3248166"/>
            <a:ext cx="677108" cy="1870075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3200" b="1" i="1" dirty="0">
                <a:latin typeface="Cambria Math" panose="02040503050406030204" pitchFamily="18" charset="0"/>
                <a:ea typeface="微软雅黑 Light" panose="020B0502040204020203" charset="-122"/>
                <a:cs typeface="Cambria Math" panose="02040503050406030204" pitchFamily="18" charset="0"/>
              </a:rPr>
              <a:t>1-hop</a:t>
            </a:r>
            <a:endParaRPr lang="en-US" altLang="zh-CN" sz="3200" dirty="0"/>
          </a:p>
        </p:txBody>
      </p:sp>
      <p:sp>
        <p:nvSpPr>
          <p:cNvPr id="721" name="文本框 720">
            <a:extLst>
              <a:ext uri="{FF2B5EF4-FFF2-40B4-BE49-F238E27FC236}">
                <a16:creationId xmlns:a16="http://schemas.microsoft.com/office/drawing/2014/main" id="{ABB1D8C4-CE63-934E-CA23-02D8B4576C32}"/>
              </a:ext>
            </a:extLst>
          </p:cNvPr>
          <p:cNvSpPr txBox="1"/>
          <p:nvPr/>
        </p:nvSpPr>
        <p:spPr>
          <a:xfrm rot="16200000">
            <a:off x="37673433" y="593227"/>
            <a:ext cx="677108" cy="1870075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3200" b="1" i="1" dirty="0">
                <a:latin typeface="Cambria Math" panose="02040503050406030204" pitchFamily="18" charset="0"/>
                <a:ea typeface="微软雅黑 Light" panose="020B0502040204020203" charset="-122"/>
                <a:cs typeface="Cambria Math" panose="02040503050406030204" pitchFamily="18" charset="0"/>
              </a:rPr>
              <a:t>2-hop</a:t>
            </a:r>
            <a:endParaRPr lang="en-US" altLang="zh-CN" sz="3200" dirty="0"/>
          </a:p>
        </p:txBody>
      </p:sp>
      <p:grpSp>
        <p:nvGrpSpPr>
          <p:cNvPr id="1044" name="组合 1043">
            <a:extLst>
              <a:ext uri="{FF2B5EF4-FFF2-40B4-BE49-F238E27FC236}">
                <a16:creationId xmlns:a16="http://schemas.microsoft.com/office/drawing/2014/main" id="{4F9458A0-5971-995D-8EB1-5C4DE0CEFCF3}"/>
              </a:ext>
            </a:extLst>
          </p:cNvPr>
          <p:cNvGrpSpPr>
            <a:grpSpLocks noChangeAspect="1"/>
          </p:cNvGrpSpPr>
          <p:nvPr/>
        </p:nvGrpSpPr>
        <p:grpSpPr>
          <a:xfrm>
            <a:off x="591837" y="2723528"/>
            <a:ext cx="6814671" cy="5908040"/>
            <a:chOff x="12195" y="34"/>
            <a:chExt cx="4380" cy="3797"/>
          </a:xfrm>
        </p:grpSpPr>
        <p:pic>
          <p:nvPicPr>
            <p:cNvPr id="1045" name="图片 1044" descr="herb node">
              <a:extLst>
                <a:ext uri="{FF2B5EF4-FFF2-40B4-BE49-F238E27FC236}">
                  <a16:creationId xmlns:a16="http://schemas.microsoft.com/office/drawing/2014/main" id="{22184EF4-E88D-9799-65FF-334884B56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5896" y="1568"/>
              <a:ext cx="679" cy="679"/>
            </a:xfrm>
            <a:prstGeom prst="rect">
              <a:avLst/>
            </a:prstGeom>
          </p:spPr>
        </p:pic>
        <p:pic>
          <p:nvPicPr>
            <p:cNvPr id="1046" name="图片 1045" descr="target node">
              <a:extLst>
                <a:ext uri="{FF2B5EF4-FFF2-40B4-BE49-F238E27FC236}">
                  <a16:creationId xmlns:a16="http://schemas.microsoft.com/office/drawing/2014/main" id="{C03B5011-3A63-4E77-B887-80257E5ED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5896" y="3153"/>
              <a:ext cx="678" cy="678"/>
            </a:xfrm>
            <a:prstGeom prst="rect">
              <a:avLst/>
            </a:prstGeom>
          </p:spPr>
        </p:pic>
        <p:pic>
          <p:nvPicPr>
            <p:cNvPr id="1047" name="图片 1046" descr="target node">
              <a:extLst>
                <a:ext uri="{FF2B5EF4-FFF2-40B4-BE49-F238E27FC236}">
                  <a16:creationId xmlns:a16="http://schemas.microsoft.com/office/drawing/2014/main" id="{6253AA36-6C4F-0066-3E75-A1B80535B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4807" y="34"/>
              <a:ext cx="679" cy="679"/>
            </a:xfrm>
            <a:prstGeom prst="rect">
              <a:avLst/>
            </a:prstGeom>
          </p:spPr>
        </p:pic>
        <p:pic>
          <p:nvPicPr>
            <p:cNvPr id="1048" name="图片 1047" descr="herb node">
              <a:extLst>
                <a:ext uri="{FF2B5EF4-FFF2-40B4-BE49-F238E27FC236}">
                  <a16:creationId xmlns:a16="http://schemas.microsoft.com/office/drawing/2014/main" id="{B0ECFB11-1B4D-928B-9CBE-BF6231553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3916" y="1074"/>
              <a:ext cx="679" cy="679"/>
            </a:xfrm>
            <a:prstGeom prst="rect">
              <a:avLst/>
            </a:prstGeom>
          </p:spPr>
        </p:pic>
        <p:pic>
          <p:nvPicPr>
            <p:cNvPr id="1049" name="图片 1048" descr="herb node">
              <a:extLst>
                <a:ext uri="{FF2B5EF4-FFF2-40B4-BE49-F238E27FC236}">
                  <a16:creationId xmlns:a16="http://schemas.microsoft.com/office/drawing/2014/main" id="{47B1F4F1-9A0C-6DC5-1372-CAF66DA8F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4262" y="3153"/>
              <a:ext cx="678" cy="678"/>
            </a:xfrm>
            <a:prstGeom prst="rect">
              <a:avLst/>
            </a:prstGeom>
          </p:spPr>
        </p:pic>
        <p:pic>
          <p:nvPicPr>
            <p:cNvPr id="1050" name="图片 1049" descr="molecule node">
              <a:extLst>
                <a:ext uri="{FF2B5EF4-FFF2-40B4-BE49-F238E27FC236}">
                  <a16:creationId xmlns:a16="http://schemas.microsoft.com/office/drawing/2014/main" id="{85032BAE-A161-4851-0451-AF81AD579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3420" y="2262"/>
              <a:ext cx="678" cy="678"/>
            </a:xfrm>
            <a:prstGeom prst="rect">
              <a:avLst/>
            </a:prstGeom>
          </p:spPr>
        </p:pic>
        <p:pic>
          <p:nvPicPr>
            <p:cNvPr id="1051" name="图片 1050" descr="molecule node">
              <a:extLst>
                <a:ext uri="{FF2B5EF4-FFF2-40B4-BE49-F238E27FC236}">
                  <a16:creationId xmlns:a16="http://schemas.microsoft.com/office/drawing/2014/main" id="{2643A9F6-413B-DB2F-7AC8-14F85A40E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5004" y="2311"/>
              <a:ext cx="678" cy="678"/>
            </a:xfrm>
            <a:prstGeom prst="rect">
              <a:avLst/>
            </a:prstGeom>
          </p:spPr>
        </p:pic>
        <p:pic>
          <p:nvPicPr>
            <p:cNvPr id="1052" name="图片 1051" descr="target node">
              <a:extLst>
                <a:ext uri="{FF2B5EF4-FFF2-40B4-BE49-F238E27FC236}">
                  <a16:creationId xmlns:a16="http://schemas.microsoft.com/office/drawing/2014/main" id="{B55B7962-DBD3-75A6-0C79-55860DFFC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2195" y="1421"/>
              <a:ext cx="679" cy="679"/>
            </a:xfrm>
            <a:prstGeom prst="rect">
              <a:avLst/>
            </a:prstGeom>
          </p:spPr>
        </p:pic>
        <p:pic>
          <p:nvPicPr>
            <p:cNvPr id="1053" name="图片 1052" descr="disease node">
              <a:extLst>
                <a:ext uri="{FF2B5EF4-FFF2-40B4-BE49-F238E27FC236}">
                  <a16:creationId xmlns:a16="http://schemas.microsoft.com/office/drawing/2014/main" id="{2BCDECF5-73A0-BD33-A90D-B1730A5AC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12728" y="233"/>
              <a:ext cx="679" cy="679"/>
            </a:xfrm>
            <a:prstGeom prst="rect">
              <a:avLst/>
            </a:prstGeom>
          </p:spPr>
        </p:pic>
        <p:cxnSp>
          <p:nvCxnSpPr>
            <p:cNvPr id="1054" name="直接连接符 1053">
              <a:extLst>
                <a:ext uri="{FF2B5EF4-FFF2-40B4-BE49-F238E27FC236}">
                  <a16:creationId xmlns:a16="http://schemas.microsoft.com/office/drawing/2014/main" id="{D393FC68-2FD7-339D-D4B1-42D17181993E}"/>
                </a:ext>
              </a:extLst>
            </p:cNvPr>
            <p:cNvCxnSpPr>
              <a:endCxn id="1047" idx="1"/>
            </p:cNvCxnSpPr>
            <p:nvPr/>
          </p:nvCxnSpPr>
          <p:spPr>
            <a:xfrm flipV="1">
              <a:off x="13381" y="373"/>
              <a:ext cx="1426" cy="128"/>
            </a:xfrm>
            <a:prstGeom prst="line">
              <a:avLst/>
            </a:prstGeom>
            <a:ln w="101600" cmpd="dbl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55" name="直接连接符 1054">
              <a:extLst>
                <a:ext uri="{FF2B5EF4-FFF2-40B4-BE49-F238E27FC236}">
                  <a16:creationId xmlns:a16="http://schemas.microsoft.com/office/drawing/2014/main" id="{3FC1D8F5-7858-A3DD-8B13-B89CB7F8D5EE}"/>
                </a:ext>
              </a:extLst>
            </p:cNvPr>
            <p:cNvCxnSpPr/>
            <p:nvPr/>
          </p:nvCxnSpPr>
          <p:spPr>
            <a:xfrm flipH="1">
              <a:off x="12654" y="859"/>
              <a:ext cx="277" cy="583"/>
            </a:xfrm>
            <a:prstGeom prst="line">
              <a:avLst/>
            </a:prstGeom>
            <a:ln w="101600" cmpd="dbl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56" name="直接连接符 1055">
              <a:extLst>
                <a:ext uri="{FF2B5EF4-FFF2-40B4-BE49-F238E27FC236}">
                  <a16:creationId xmlns:a16="http://schemas.microsoft.com/office/drawing/2014/main" id="{7C0A8C7D-CCE9-A1A1-C906-F9A02415C2B5}"/>
                </a:ext>
              </a:extLst>
            </p:cNvPr>
            <p:cNvCxnSpPr/>
            <p:nvPr/>
          </p:nvCxnSpPr>
          <p:spPr>
            <a:xfrm>
              <a:off x="12785" y="1959"/>
              <a:ext cx="689" cy="480"/>
            </a:xfrm>
            <a:prstGeom prst="line">
              <a:avLst/>
            </a:prstGeom>
            <a:ln w="1016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57" name="直接连接符 1056">
              <a:extLst>
                <a:ext uri="{FF2B5EF4-FFF2-40B4-BE49-F238E27FC236}">
                  <a16:creationId xmlns:a16="http://schemas.microsoft.com/office/drawing/2014/main" id="{FEBA7705-9A47-5363-6383-DED20B24BEAB}"/>
                </a:ext>
              </a:extLst>
            </p:cNvPr>
            <p:cNvCxnSpPr/>
            <p:nvPr/>
          </p:nvCxnSpPr>
          <p:spPr>
            <a:xfrm flipV="1">
              <a:off x="13879" y="1714"/>
              <a:ext cx="245" cy="579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58" name="直接连接符 1057">
              <a:extLst>
                <a:ext uri="{FF2B5EF4-FFF2-40B4-BE49-F238E27FC236}">
                  <a16:creationId xmlns:a16="http://schemas.microsoft.com/office/drawing/2014/main" id="{C65C5669-B691-3CBD-950E-C1BA5A2708CB}"/>
                </a:ext>
              </a:extLst>
            </p:cNvPr>
            <p:cNvCxnSpPr/>
            <p:nvPr/>
          </p:nvCxnSpPr>
          <p:spPr>
            <a:xfrm>
              <a:off x="14466" y="1663"/>
              <a:ext cx="660" cy="739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005913F2-0363-6FCF-B29D-A694E3A0CEDA}"/>
                </a:ext>
              </a:extLst>
            </p:cNvPr>
            <p:cNvCxnSpPr/>
            <p:nvPr/>
          </p:nvCxnSpPr>
          <p:spPr>
            <a:xfrm>
              <a:off x="13963" y="2852"/>
              <a:ext cx="395" cy="404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60" name="直接连接符 1059">
              <a:extLst>
                <a:ext uri="{FF2B5EF4-FFF2-40B4-BE49-F238E27FC236}">
                  <a16:creationId xmlns:a16="http://schemas.microsoft.com/office/drawing/2014/main" id="{582D8273-FD07-4278-C004-BF9DD8F14EF9}"/>
                </a:ext>
              </a:extLst>
            </p:cNvPr>
            <p:cNvCxnSpPr/>
            <p:nvPr/>
          </p:nvCxnSpPr>
          <p:spPr>
            <a:xfrm flipV="1">
              <a:off x="14827" y="2916"/>
              <a:ext cx="327" cy="340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61" name="直接连接符 1060">
              <a:extLst>
                <a:ext uri="{FF2B5EF4-FFF2-40B4-BE49-F238E27FC236}">
                  <a16:creationId xmlns:a16="http://schemas.microsoft.com/office/drawing/2014/main" id="{618707F8-7BBF-06D1-7AD0-10A2698BA93E}"/>
                </a:ext>
              </a:extLst>
            </p:cNvPr>
            <p:cNvCxnSpPr>
              <a:stCxn id="1051" idx="0"/>
              <a:endCxn id="1047" idx="2"/>
            </p:cNvCxnSpPr>
            <p:nvPr/>
          </p:nvCxnSpPr>
          <p:spPr>
            <a:xfrm flipH="1" flipV="1">
              <a:off x="15146" y="713"/>
              <a:ext cx="197" cy="1598"/>
            </a:xfrm>
            <a:prstGeom prst="line">
              <a:avLst/>
            </a:prstGeom>
            <a:ln w="1016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062" name="图片 1061" descr="herb node">
              <a:extLst>
                <a:ext uri="{FF2B5EF4-FFF2-40B4-BE49-F238E27FC236}">
                  <a16:creationId xmlns:a16="http://schemas.microsoft.com/office/drawing/2014/main" id="{7BDD9DF1-89D9-F197-545E-10C734BA2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2592" y="3053"/>
              <a:ext cx="678" cy="678"/>
            </a:xfrm>
            <a:prstGeom prst="rect">
              <a:avLst/>
            </a:prstGeom>
          </p:spPr>
        </p:pic>
        <p:cxnSp>
          <p:nvCxnSpPr>
            <p:cNvPr id="1063" name="直接连接符 1062">
              <a:extLst>
                <a:ext uri="{FF2B5EF4-FFF2-40B4-BE49-F238E27FC236}">
                  <a16:creationId xmlns:a16="http://schemas.microsoft.com/office/drawing/2014/main" id="{BD3DCBD4-132E-2C49-0FA7-8D1E725AE940}"/>
                </a:ext>
              </a:extLst>
            </p:cNvPr>
            <p:cNvCxnSpPr/>
            <p:nvPr/>
          </p:nvCxnSpPr>
          <p:spPr>
            <a:xfrm>
              <a:off x="12594" y="2086"/>
              <a:ext cx="277" cy="964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64" name="直接连接符 1063">
              <a:extLst>
                <a:ext uri="{FF2B5EF4-FFF2-40B4-BE49-F238E27FC236}">
                  <a16:creationId xmlns:a16="http://schemas.microsoft.com/office/drawing/2014/main" id="{DFAF6E7F-668C-5F3F-6A05-B1FCB6726B5B}"/>
                </a:ext>
              </a:extLst>
            </p:cNvPr>
            <p:cNvCxnSpPr/>
            <p:nvPr/>
          </p:nvCxnSpPr>
          <p:spPr>
            <a:xfrm flipH="1">
              <a:off x="13155" y="2799"/>
              <a:ext cx="343" cy="343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65" name="直接连接符 1064">
              <a:extLst>
                <a:ext uri="{FF2B5EF4-FFF2-40B4-BE49-F238E27FC236}">
                  <a16:creationId xmlns:a16="http://schemas.microsoft.com/office/drawing/2014/main" id="{8A5881A2-01D6-6A43-33BD-4E766C0A76FA}"/>
                </a:ext>
              </a:extLst>
            </p:cNvPr>
            <p:cNvCxnSpPr/>
            <p:nvPr/>
          </p:nvCxnSpPr>
          <p:spPr>
            <a:xfrm flipV="1">
              <a:off x="14457" y="618"/>
              <a:ext cx="451" cy="541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文本框 1065">
                <a:extLst>
                  <a:ext uri="{FF2B5EF4-FFF2-40B4-BE49-F238E27FC236}">
                    <a16:creationId xmlns:a16="http://schemas.microsoft.com/office/drawing/2014/main" id="{0C34F959-85F2-B77B-6B25-8CA285C27BDF}"/>
                  </a:ext>
                </a:extLst>
              </p:cNvPr>
              <p:cNvSpPr txBox="1"/>
              <p:nvPr/>
            </p:nvSpPr>
            <p:spPr>
              <a:xfrm>
                <a:off x="690344" y="1680874"/>
                <a:ext cx="3589020" cy="8870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𝐈𝐧𝐩𝐮𝐭</m:t>
                      </m:r>
                      <m:r>
                        <a:rPr lang="en-US" altLang="zh-CN" sz="4000" b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a:rPr lang="en-US" altLang="zh-CN" sz="4000" b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𝐆𝐫𝐚𝐩𝐡</m:t>
                      </m:r>
                    </m:oMath>
                  </m:oMathPara>
                </a14:m>
                <a:endParaRPr lang="en-US" altLang="zh-CN" sz="4000" b="1" dirty="0"/>
              </a:p>
            </p:txBody>
          </p:sp>
        </mc:Choice>
        <mc:Fallback xmlns="">
          <p:sp>
            <p:nvSpPr>
              <p:cNvPr id="1066" name="文本框 1065">
                <a:extLst>
                  <a:ext uri="{FF2B5EF4-FFF2-40B4-BE49-F238E27FC236}">
                    <a16:creationId xmlns:a16="http://schemas.microsoft.com/office/drawing/2014/main" id="{0C34F959-85F2-B77B-6B25-8CA285C27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44" y="1680874"/>
                <a:ext cx="3589020" cy="887095"/>
              </a:xfrm>
              <a:prstGeom prst="rect">
                <a:avLst/>
              </a:prstGeom>
              <a:blipFill>
                <a:blip r:embed="rId6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8" name="右箭头 33">
            <a:extLst>
              <a:ext uri="{FF2B5EF4-FFF2-40B4-BE49-F238E27FC236}">
                <a16:creationId xmlns:a16="http://schemas.microsoft.com/office/drawing/2014/main" id="{E52369A3-FDFA-485E-A69E-6F0B0900784A}"/>
              </a:ext>
            </a:extLst>
          </p:cNvPr>
          <p:cNvSpPr/>
          <p:nvPr/>
        </p:nvSpPr>
        <p:spPr>
          <a:xfrm rot="9541016">
            <a:off x="4444382" y="4208793"/>
            <a:ext cx="1252855" cy="31496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9" name="文本框 1068">
                <a:extLst>
                  <a:ext uri="{FF2B5EF4-FFF2-40B4-BE49-F238E27FC236}">
                    <a16:creationId xmlns:a16="http://schemas.microsoft.com/office/drawing/2014/main" id="{EC19173F-5A00-88D6-FEFF-8173E6FA13E9}"/>
                  </a:ext>
                </a:extLst>
              </p:cNvPr>
              <p:cNvSpPr txBox="1"/>
              <p:nvPr/>
            </p:nvSpPr>
            <p:spPr>
              <a:xfrm>
                <a:off x="5780422" y="3762388"/>
                <a:ext cx="2549525" cy="82931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Target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Node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/>
                <a:endParaRPr lang="en-US" altLang="zh-CN" sz="2800" dirty="0"/>
              </a:p>
            </p:txBody>
          </p:sp>
        </mc:Choice>
        <mc:Fallback xmlns="">
          <p:sp>
            <p:nvSpPr>
              <p:cNvPr id="1069" name="文本框 1068">
                <a:extLst>
                  <a:ext uri="{FF2B5EF4-FFF2-40B4-BE49-F238E27FC236}">
                    <a16:creationId xmlns:a16="http://schemas.microsoft.com/office/drawing/2014/main" id="{EC19173F-5A00-88D6-FEFF-8173E6FA1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422" y="3762388"/>
                <a:ext cx="2549525" cy="829310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0" name="右箭头 33">
            <a:extLst>
              <a:ext uri="{FF2B5EF4-FFF2-40B4-BE49-F238E27FC236}">
                <a16:creationId xmlns:a16="http://schemas.microsoft.com/office/drawing/2014/main" id="{763A054F-7FA2-1473-9141-4CABD92E9CD6}"/>
              </a:ext>
            </a:extLst>
          </p:cNvPr>
          <p:cNvSpPr/>
          <p:nvPr/>
        </p:nvSpPr>
        <p:spPr>
          <a:xfrm rot="8401016">
            <a:off x="5504197" y="2066303"/>
            <a:ext cx="1252855" cy="31496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1" name="文本框 1070">
                <a:extLst>
                  <a:ext uri="{FF2B5EF4-FFF2-40B4-BE49-F238E27FC236}">
                    <a16:creationId xmlns:a16="http://schemas.microsoft.com/office/drawing/2014/main" id="{28CA31C9-72C2-26D8-62DE-D6C20F074B57}"/>
                  </a:ext>
                </a:extLst>
              </p:cNvPr>
              <p:cNvSpPr txBox="1"/>
              <p:nvPr/>
            </p:nvSpPr>
            <p:spPr>
              <a:xfrm>
                <a:off x="5250816" y="1215419"/>
                <a:ext cx="3084830" cy="81216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2800" dirty="0">
                    <a:latin typeface="Cambria Math" panose="02040503050406030204" pitchFamily="18" charset="0"/>
                    <a:cs typeface="Cambria Math" panose="02040503050406030204" pitchFamily="18" charset="0"/>
                  </a:rPr>
                  <a:t>Source Node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sz="2800" dirty="0"/>
              </a:p>
            </p:txBody>
          </p:sp>
        </mc:Choice>
        <mc:Fallback xmlns="">
          <p:sp>
            <p:nvSpPr>
              <p:cNvPr id="1071" name="文本框 1070">
                <a:extLst>
                  <a:ext uri="{FF2B5EF4-FFF2-40B4-BE49-F238E27FC236}">
                    <a16:creationId xmlns:a16="http://schemas.microsoft.com/office/drawing/2014/main" id="{28CA31C9-72C2-26D8-62DE-D6C20F074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816" y="1215419"/>
                <a:ext cx="3084830" cy="812165"/>
              </a:xfrm>
              <a:prstGeom prst="rect">
                <a:avLst/>
              </a:prstGeom>
              <a:blipFill>
                <a:blip r:embed="rId70"/>
                <a:stretch>
                  <a:fillRect t="-7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2" name="文本框 1071">
                <a:extLst>
                  <a:ext uri="{FF2B5EF4-FFF2-40B4-BE49-F238E27FC236}">
                    <a16:creationId xmlns:a16="http://schemas.microsoft.com/office/drawing/2014/main" id="{665C0C75-46B1-7405-73C9-B64D89C5AA48}"/>
                  </a:ext>
                </a:extLst>
              </p:cNvPr>
              <p:cNvSpPr txBox="1"/>
              <p:nvPr/>
            </p:nvSpPr>
            <p:spPr>
              <a:xfrm>
                <a:off x="1648461" y="8912890"/>
                <a:ext cx="3084830" cy="81216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2800">
                    <a:latin typeface="Cambria Math" panose="02040503050406030204" pitchFamily="18" charset="0"/>
                    <a:cs typeface="Cambria Math" panose="02040503050406030204" pitchFamily="18" charset="0"/>
                  </a:rPr>
                  <a:t>Source Node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80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sz="2800"/>
              </a:p>
            </p:txBody>
          </p:sp>
        </mc:Choice>
        <mc:Fallback xmlns="">
          <p:sp>
            <p:nvSpPr>
              <p:cNvPr id="1072" name="文本框 1071">
                <a:extLst>
                  <a:ext uri="{FF2B5EF4-FFF2-40B4-BE49-F238E27FC236}">
                    <a16:creationId xmlns:a16="http://schemas.microsoft.com/office/drawing/2014/main" id="{665C0C75-46B1-7405-73C9-B64D89C5A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461" y="8912890"/>
                <a:ext cx="3084830" cy="812165"/>
              </a:xfrm>
              <a:prstGeom prst="rect">
                <a:avLst/>
              </a:prstGeom>
              <a:blipFill>
                <a:blip r:embed="rId71"/>
                <a:stretch>
                  <a:fillRect t="-7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3" name="右箭头 33">
            <a:extLst>
              <a:ext uri="{FF2B5EF4-FFF2-40B4-BE49-F238E27FC236}">
                <a16:creationId xmlns:a16="http://schemas.microsoft.com/office/drawing/2014/main" id="{55ACCA6A-A13C-406D-9899-7ECFEFBB85ED}"/>
              </a:ext>
            </a:extLst>
          </p:cNvPr>
          <p:cNvSpPr/>
          <p:nvPr/>
        </p:nvSpPr>
        <p:spPr>
          <a:xfrm rot="16381016">
            <a:off x="2400319" y="7954022"/>
            <a:ext cx="1252855" cy="31496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08BED089-C385-E2A5-998F-CBA0A0784684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26160429" y="5036557"/>
                <a:ext cx="1446277" cy="830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5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zh-CN" altLang="en-US" sz="5400" dirty="0"/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08BED089-C385-E2A5-998F-CBA0A0784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0429" y="5036557"/>
                <a:ext cx="1446277" cy="830580"/>
              </a:xfrm>
              <a:prstGeom prst="rect">
                <a:avLst/>
              </a:prstGeom>
              <a:blipFill>
                <a:blip r:embed="rId7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椭圆 74">
            <a:extLst>
              <a:ext uri="{FF2B5EF4-FFF2-40B4-BE49-F238E27FC236}">
                <a16:creationId xmlns:a16="http://schemas.microsoft.com/office/drawing/2014/main" id="{C05DF515-AF83-A9CE-1BED-B676B30C6F5D}"/>
              </a:ext>
            </a:extLst>
          </p:cNvPr>
          <p:cNvSpPr>
            <a:spLocks noChangeAspect="1"/>
          </p:cNvSpPr>
          <p:nvPr/>
        </p:nvSpPr>
        <p:spPr>
          <a:xfrm>
            <a:off x="26497914" y="5021523"/>
            <a:ext cx="790374" cy="792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3" name="图片 184" descr="加号">
            <a:extLst>
              <a:ext uri="{FF2B5EF4-FFF2-40B4-BE49-F238E27FC236}">
                <a16:creationId xmlns:a16="http://schemas.microsoft.com/office/drawing/2014/main" id="{836795F4-1509-1B84-7209-FCE2C7FA405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2108791" y="9326411"/>
            <a:ext cx="809625" cy="809625"/>
          </a:xfrm>
          <a:prstGeom prst="rect">
            <a:avLst/>
          </a:prstGeom>
        </p:spPr>
      </p:pic>
      <p:grpSp>
        <p:nvGrpSpPr>
          <p:cNvPr id="98" name="组合 97">
            <a:extLst>
              <a:ext uri="{FF2B5EF4-FFF2-40B4-BE49-F238E27FC236}">
                <a16:creationId xmlns:a16="http://schemas.microsoft.com/office/drawing/2014/main" id="{4F591B4C-BA2A-5AEB-505E-AF4DD5639855}"/>
              </a:ext>
            </a:extLst>
          </p:cNvPr>
          <p:cNvGrpSpPr>
            <a:grpSpLocks noChangeAspect="1"/>
          </p:cNvGrpSpPr>
          <p:nvPr/>
        </p:nvGrpSpPr>
        <p:grpSpPr>
          <a:xfrm>
            <a:off x="11115675" y="11278235"/>
            <a:ext cx="1210310" cy="248920"/>
            <a:chOff x="5659" y="515"/>
            <a:chExt cx="5886" cy="1210"/>
          </a:xfrm>
          <a:solidFill>
            <a:srgbClr val="00B0F0"/>
          </a:solidFill>
        </p:grpSpPr>
        <p:sp>
          <p:nvSpPr>
            <p:cNvPr id="110" name="Google Shape;78;p16">
              <a:extLst>
                <a:ext uri="{FF2B5EF4-FFF2-40B4-BE49-F238E27FC236}">
                  <a16:creationId xmlns:a16="http://schemas.microsoft.com/office/drawing/2014/main" id="{9FBB5F6F-83D9-6389-4B55-7F237E4752CB}"/>
                </a:ext>
              </a:extLst>
            </p:cNvPr>
            <p:cNvSpPr/>
            <p:nvPr/>
          </p:nvSpPr>
          <p:spPr>
            <a:xfrm>
              <a:off x="5659" y="515"/>
              <a:ext cx="5887" cy="1204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111" name="Google Shape;79;p16">
              <a:extLst>
                <a:ext uri="{FF2B5EF4-FFF2-40B4-BE49-F238E27FC236}">
                  <a16:creationId xmlns:a16="http://schemas.microsoft.com/office/drawing/2014/main" id="{8060940E-526E-796A-6135-39F313B3E15C}"/>
                </a:ext>
              </a:extLst>
            </p:cNvPr>
            <p:cNvCxnSpPr/>
            <p:nvPr/>
          </p:nvCxnSpPr>
          <p:spPr>
            <a:xfrm flipH="1">
              <a:off x="6867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80;p16">
              <a:extLst>
                <a:ext uri="{FF2B5EF4-FFF2-40B4-BE49-F238E27FC236}">
                  <a16:creationId xmlns:a16="http://schemas.microsoft.com/office/drawing/2014/main" id="{4264D0C1-AA3D-686C-5C8E-396A0422CFDF}"/>
                </a:ext>
              </a:extLst>
            </p:cNvPr>
            <p:cNvCxnSpPr/>
            <p:nvPr/>
          </p:nvCxnSpPr>
          <p:spPr>
            <a:xfrm flipH="1">
              <a:off x="8034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81;p16">
              <a:extLst>
                <a:ext uri="{FF2B5EF4-FFF2-40B4-BE49-F238E27FC236}">
                  <a16:creationId xmlns:a16="http://schemas.microsoft.com/office/drawing/2014/main" id="{51E68829-560D-71C9-5A34-AEB372AB987B}"/>
                </a:ext>
              </a:extLst>
            </p:cNvPr>
            <p:cNvCxnSpPr/>
            <p:nvPr/>
          </p:nvCxnSpPr>
          <p:spPr>
            <a:xfrm flipH="1">
              <a:off x="9201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82;p16">
              <a:extLst>
                <a:ext uri="{FF2B5EF4-FFF2-40B4-BE49-F238E27FC236}">
                  <a16:creationId xmlns:a16="http://schemas.microsoft.com/office/drawing/2014/main" id="{C5C1019A-11B3-9368-0CFE-642973224EDF}"/>
                </a:ext>
              </a:extLst>
            </p:cNvPr>
            <p:cNvCxnSpPr/>
            <p:nvPr/>
          </p:nvCxnSpPr>
          <p:spPr>
            <a:xfrm flipH="1">
              <a:off x="10367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9FA02280-DE69-AED4-6E9C-13F29DB23746}"/>
              </a:ext>
            </a:extLst>
          </p:cNvPr>
          <p:cNvGrpSpPr>
            <a:grpSpLocks noChangeAspect="1"/>
          </p:cNvGrpSpPr>
          <p:nvPr/>
        </p:nvGrpSpPr>
        <p:grpSpPr>
          <a:xfrm>
            <a:off x="11115675" y="11527155"/>
            <a:ext cx="1210310" cy="248920"/>
            <a:chOff x="5659" y="515"/>
            <a:chExt cx="5886" cy="1210"/>
          </a:xfrm>
          <a:solidFill>
            <a:srgbClr val="00B0F0"/>
          </a:solidFill>
        </p:grpSpPr>
        <p:sp>
          <p:nvSpPr>
            <p:cNvPr id="100" name="Google Shape;78;p16">
              <a:extLst>
                <a:ext uri="{FF2B5EF4-FFF2-40B4-BE49-F238E27FC236}">
                  <a16:creationId xmlns:a16="http://schemas.microsoft.com/office/drawing/2014/main" id="{F8FB307B-2A05-8749-9153-8F5DC057DED4}"/>
                </a:ext>
              </a:extLst>
            </p:cNvPr>
            <p:cNvSpPr/>
            <p:nvPr/>
          </p:nvSpPr>
          <p:spPr>
            <a:xfrm>
              <a:off x="5659" y="515"/>
              <a:ext cx="5887" cy="1204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101" name="Google Shape;79;p16">
              <a:extLst>
                <a:ext uri="{FF2B5EF4-FFF2-40B4-BE49-F238E27FC236}">
                  <a16:creationId xmlns:a16="http://schemas.microsoft.com/office/drawing/2014/main" id="{D7A54D12-8D47-BC1E-34D3-8CD17039D237}"/>
                </a:ext>
              </a:extLst>
            </p:cNvPr>
            <p:cNvCxnSpPr/>
            <p:nvPr/>
          </p:nvCxnSpPr>
          <p:spPr>
            <a:xfrm flipH="1">
              <a:off x="6867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80;p16">
              <a:extLst>
                <a:ext uri="{FF2B5EF4-FFF2-40B4-BE49-F238E27FC236}">
                  <a16:creationId xmlns:a16="http://schemas.microsoft.com/office/drawing/2014/main" id="{064746E7-6300-4E1E-8CC1-5E1FC5A32253}"/>
                </a:ext>
              </a:extLst>
            </p:cNvPr>
            <p:cNvCxnSpPr/>
            <p:nvPr/>
          </p:nvCxnSpPr>
          <p:spPr>
            <a:xfrm flipH="1">
              <a:off x="8034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" name="Google Shape;81;p16">
              <a:extLst>
                <a:ext uri="{FF2B5EF4-FFF2-40B4-BE49-F238E27FC236}">
                  <a16:creationId xmlns:a16="http://schemas.microsoft.com/office/drawing/2014/main" id="{4EFD6B6C-7986-B415-E2F0-743DA4F10666}"/>
                </a:ext>
              </a:extLst>
            </p:cNvPr>
            <p:cNvCxnSpPr/>
            <p:nvPr/>
          </p:nvCxnSpPr>
          <p:spPr>
            <a:xfrm flipH="1">
              <a:off x="9201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82;p16">
              <a:extLst>
                <a:ext uri="{FF2B5EF4-FFF2-40B4-BE49-F238E27FC236}">
                  <a16:creationId xmlns:a16="http://schemas.microsoft.com/office/drawing/2014/main" id="{8713908A-3D2E-4073-AA48-C3973BDED350}"/>
                </a:ext>
              </a:extLst>
            </p:cNvPr>
            <p:cNvCxnSpPr/>
            <p:nvPr/>
          </p:nvCxnSpPr>
          <p:spPr>
            <a:xfrm flipH="1">
              <a:off x="10367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EBC6DF1B-83B5-A8F8-7ABC-996D24243BB4}"/>
              </a:ext>
            </a:extLst>
          </p:cNvPr>
          <p:cNvCxnSpPr>
            <a:stCxn id="110" idx="3"/>
            <a:endCxn id="620" idx="1"/>
          </p:cNvCxnSpPr>
          <p:nvPr/>
        </p:nvCxnSpPr>
        <p:spPr>
          <a:xfrm>
            <a:off x="12325986" y="11402003"/>
            <a:ext cx="1360170" cy="27305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B6C0BA86-555A-04B2-E554-D5C856327FA1}"/>
              </a:ext>
            </a:extLst>
          </p:cNvPr>
          <p:cNvCxnSpPr>
            <a:stCxn id="100" idx="3"/>
            <a:endCxn id="620" idx="1"/>
          </p:cNvCxnSpPr>
          <p:nvPr/>
        </p:nvCxnSpPr>
        <p:spPr>
          <a:xfrm flipV="1">
            <a:off x="12325986" y="11429308"/>
            <a:ext cx="1360170" cy="221615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930D675F-23BC-6F4D-EFB8-E44FE6FE3B85}"/>
              </a:ext>
            </a:extLst>
          </p:cNvPr>
          <p:cNvGrpSpPr/>
          <p:nvPr/>
        </p:nvGrpSpPr>
        <p:grpSpPr>
          <a:xfrm>
            <a:off x="11197591" y="13055996"/>
            <a:ext cx="970280" cy="499745"/>
            <a:chOff x="36566" y="24089"/>
            <a:chExt cx="2211" cy="1139"/>
          </a:xfrm>
        </p:grpSpPr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7C2E7778-1AEA-CF68-8AA2-2EFDEB87B66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566" y="24089"/>
              <a:ext cx="2211" cy="567"/>
              <a:chOff x="366" y="509"/>
              <a:chExt cx="4718" cy="1210"/>
            </a:xfrm>
          </p:grpSpPr>
          <p:sp>
            <p:nvSpPr>
              <p:cNvPr id="127" name="Google Shape;78;p16">
                <a:extLst>
                  <a:ext uri="{FF2B5EF4-FFF2-40B4-BE49-F238E27FC236}">
                    <a16:creationId xmlns:a16="http://schemas.microsoft.com/office/drawing/2014/main" id="{A9F5DAEB-188A-96BE-113B-10924C3D59BE}"/>
                  </a:ext>
                </a:extLst>
              </p:cNvPr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128" name="Google Shape;79;p16">
                <a:extLst>
                  <a:ext uri="{FF2B5EF4-FFF2-40B4-BE49-F238E27FC236}">
                    <a16:creationId xmlns:a16="http://schemas.microsoft.com/office/drawing/2014/main" id="{AF1E08AB-C26C-C82C-3044-B94A422E2BB6}"/>
                  </a:ext>
                </a:extLst>
              </p:cNvPr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" name="Google Shape;80;p16">
                <a:extLst>
                  <a:ext uri="{FF2B5EF4-FFF2-40B4-BE49-F238E27FC236}">
                    <a16:creationId xmlns:a16="http://schemas.microsoft.com/office/drawing/2014/main" id="{C411B758-C0A5-00D1-8E0F-7B194C580722}"/>
                  </a:ext>
                </a:extLst>
              </p:cNvPr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" name="Google Shape;81;p16">
                <a:extLst>
                  <a:ext uri="{FF2B5EF4-FFF2-40B4-BE49-F238E27FC236}">
                    <a16:creationId xmlns:a16="http://schemas.microsoft.com/office/drawing/2014/main" id="{EDC35247-B865-1B35-1B19-B1F9462EB275}"/>
                  </a:ext>
                </a:extLst>
              </p:cNvPr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0F03CA0A-5B30-DAD7-4881-F9BC4781FB0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567" y="24662"/>
              <a:ext cx="2211" cy="567"/>
              <a:chOff x="366" y="509"/>
              <a:chExt cx="4718" cy="1210"/>
            </a:xfrm>
          </p:grpSpPr>
          <p:sp>
            <p:nvSpPr>
              <p:cNvPr id="123" name="Google Shape;78;p16">
                <a:extLst>
                  <a:ext uri="{FF2B5EF4-FFF2-40B4-BE49-F238E27FC236}">
                    <a16:creationId xmlns:a16="http://schemas.microsoft.com/office/drawing/2014/main" id="{EBF1CA2D-8657-95FA-B304-31A6206EB194}"/>
                  </a:ext>
                </a:extLst>
              </p:cNvPr>
              <p:cNvSpPr/>
              <p:nvPr/>
            </p:nvSpPr>
            <p:spPr>
              <a:xfrm>
                <a:off x="366" y="509"/>
                <a:ext cx="4719" cy="1204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124" name="Google Shape;79;p16">
                <a:extLst>
                  <a:ext uri="{FF2B5EF4-FFF2-40B4-BE49-F238E27FC236}">
                    <a16:creationId xmlns:a16="http://schemas.microsoft.com/office/drawing/2014/main" id="{55B4D56E-FC2F-127B-679E-47FA876D19CD}"/>
                  </a:ext>
                </a:extLst>
              </p:cNvPr>
              <p:cNvCxnSpPr/>
              <p:nvPr/>
            </p:nvCxnSpPr>
            <p:spPr>
              <a:xfrm flipH="1">
                <a:off x="1574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" name="Google Shape;80;p16">
                <a:extLst>
                  <a:ext uri="{FF2B5EF4-FFF2-40B4-BE49-F238E27FC236}">
                    <a16:creationId xmlns:a16="http://schemas.microsoft.com/office/drawing/2014/main" id="{5489F620-596F-199A-683D-80FDEAC42697}"/>
                  </a:ext>
                </a:extLst>
              </p:cNvPr>
              <p:cNvCxnSpPr/>
              <p:nvPr/>
            </p:nvCxnSpPr>
            <p:spPr>
              <a:xfrm flipH="1">
                <a:off x="2741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" name="Google Shape;81;p16">
                <a:extLst>
                  <a:ext uri="{FF2B5EF4-FFF2-40B4-BE49-F238E27FC236}">
                    <a16:creationId xmlns:a16="http://schemas.microsoft.com/office/drawing/2014/main" id="{5A2B349A-8012-361A-0597-7C3B272191DB}"/>
                  </a:ext>
                </a:extLst>
              </p:cNvPr>
              <p:cNvCxnSpPr/>
              <p:nvPr/>
            </p:nvCxnSpPr>
            <p:spPr>
              <a:xfrm flipH="1">
                <a:off x="3908" y="515"/>
                <a:ext cx="12" cy="1204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06DEF474-7154-7D80-45D5-B0F6D57D2993}"/>
              </a:ext>
            </a:extLst>
          </p:cNvPr>
          <p:cNvCxnSpPr>
            <a:stCxn id="127" idx="3"/>
          </p:cNvCxnSpPr>
          <p:nvPr/>
        </p:nvCxnSpPr>
        <p:spPr>
          <a:xfrm>
            <a:off x="12167871" y="13179805"/>
            <a:ext cx="1518920" cy="80010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DA6C7F7B-BA36-416D-5904-3C5D22B52C0F}"/>
              </a:ext>
            </a:extLst>
          </p:cNvPr>
          <p:cNvCxnSpPr>
            <a:stCxn id="123" idx="3"/>
          </p:cNvCxnSpPr>
          <p:nvPr/>
        </p:nvCxnSpPr>
        <p:spPr>
          <a:xfrm flipV="1">
            <a:off x="12168522" y="13259815"/>
            <a:ext cx="1518285" cy="171450"/>
          </a:xfrm>
          <a:prstGeom prst="straightConnector1">
            <a:avLst/>
          </a:prstGeom>
          <a:ln w="28575" cmpd="sng">
            <a:solidFill>
              <a:schemeClr val="accent2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357FC6EF-23CD-6B4B-CC25-5F7802C9DDC8}"/>
              </a:ext>
            </a:extLst>
          </p:cNvPr>
          <p:cNvGrpSpPr/>
          <p:nvPr/>
        </p:nvGrpSpPr>
        <p:grpSpPr>
          <a:xfrm>
            <a:off x="11446527" y="14768868"/>
            <a:ext cx="490855" cy="992505"/>
            <a:chOff x="36577" y="26957"/>
            <a:chExt cx="1118" cy="2261"/>
          </a:xfrm>
        </p:grpSpPr>
        <p:grpSp>
          <p:nvGrpSpPr>
            <p:cNvPr id="149" name="组合 148">
              <a:extLst>
                <a:ext uri="{FF2B5EF4-FFF2-40B4-BE49-F238E27FC236}">
                  <a16:creationId xmlns:a16="http://schemas.microsoft.com/office/drawing/2014/main" id="{EE441102-C21C-E48B-F0A0-0F12F9FA1FC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577" y="26957"/>
              <a:ext cx="1118" cy="567"/>
              <a:chOff x="461" y="4199"/>
              <a:chExt cx="2386" cy="1210"/>
            </a:xfrm>
          </p:grpSpPr>
          <p:sp>
            <p:nvSpPr>
              <p:cNvPr id="161" name="Google Shape;78;p16">
                <a:extLst>
                  <a:ext uri="{FF2B5EF4-FFF2-40B4-BE49-F238E27FC236}">
                    <a16:creationId xmlns:a16="http://schemas.microsoft.com/office/drawing/2014/main" id="{4921AC10-F90D-195B-2744-64CC00A80F9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1" y="4199"/>
                <a:ext cx="2386" cy="1204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162" name="Google Shape;79;p16">
                <a:extLst>
                  <a:ext uri="{FF2B5EF4-FFF2-40B4-BE49-F238E27FC236}">
                    <a16:creationId xmlns:a16="http://schemas.microsoft.com/office/drawing/2014/main" id="{C0A22112-FF6D-9C17-3394-268F403BC00A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H="1">
                <a:off x="1669" y="4205"/>
                <a:ext cx="12" cy="1204"/>
              </a:xfrm>
              <a:prstGeom prst="straightConnector1">
                <a:avLst/>
              </a:prstGeom>
              <a:solidFill>
                <a:schemeClr val="bg1">
                  <a:lumMod val="95000"/>
                </a:schemeClr>
              </a:solidFill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2ECFEC9E-4ACF-E373-42B0-72125658BE2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577" y="27524"/>
              <a:ext cx="1118" cy="567"/>
              <a:chOff x="461" y="4199"/>
              <a:chExt cx="2386" cy="1210"/>
            </a:xfrm>
          </p:grpSpPr>
          <p:sp>
            <p:nvSpPr>
              <p:cNvPr id="159" name="Google Shape;78;p16">
                <a:extLst>
                  <a:ext uri="{FF2B5EF4-FFF2-40B4-BE49-F238E27FC236}">
                    <a16:creationId xmlns:a16="http://schemas.microsoft.com/office/drawing/2014/main" id="{4EB58198-3FBB-DABE-E65C-15FBE8CE7CF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1" y="4199"/>
                <a:ext cx="2386" cy="1204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160" name="Google Shape;79;p16">
                <a:extLst>
                  <a:ext uri="{FF2B5EF4-FFF2-40B4-BE49-F238E27FC236}">
                    <a16:creationId xmlns:a16="http://schemas.microsoft.com/office/drawing/2014/main" id="{C6C473AD-3220-B1AD-6AC1-C71E3B2F6750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H="1">
                <a:off x="1669" y="4205"/>
                <a:ext cx="12" cy="1204"/>
              </a:xfrm>
              <a:prstGeom prst="straightConnector1">
                <a:avLst/>
              </a:prstGeom>
              <a:solidFill>
                <a:schemeClr val="bg1">
                  <a:lumMod val="95000"/>
                </a:schemeClr>
              </a:solidFill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1" name="组合 150">
              <a:extLst>
                <a:ext uri="{FF2B5EF4-FFF2-40B4-BE49-F238E27FC236}">
                  <a16:creationId xmlns:a16="http://schemas.microsoft.com/office/drawing/2014/main" id="{6DC2B52D-9670-AA5E-047C-5531ABA5BE1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577" y="28088"/>
              <a:ext cx="1118" cy="567"/>
              <a:chOff x="461" y="4199"/>
              <a:chExt cx="2386" cy="1210"/>
            </a:xfrm>
          </p:grpSpPr>
          <p:sp>
            <p:nvSpPr>
              <p:cNvPr id="155" name="Google Shape;78;p16">
                <a:extLst>
                  <a:ext uri="{FF2B5EF4-FFF2-40B4-BE49-F238E27FC236}">
                    <a16:creationId xmlns:a16="http://schemas.microsoft.com/office/drawing/2014/main" id="{CF2E016A-6D8D-89D1-CF81-71F1FD75720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1" y="4199"/>
                <a:ext cx="2386" cy="1204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158" name="Google Shape;79;p16">
                <a:extLst>
                  <a:ext uri="{FF2B5EF4-FFF2-40B4-BE49-F238E27FC236}">
                    <a16:creationId xmlns:a16="http://schemas.microsoft.com/office/drawing/2014/main" id="{F70FCE40-6C98-C317-CB95-4EBFF206BBF5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H="1">
                <a:off x="1669" y="4205"/>
                <a:ext cx="12" cy="1204"/>
              </a:xfrm>
              <a:prstGeom prst="straightConnector1">
                <a:avLst/>
              </a:prstGeom>
              <a:solidFill>
                <a:schemeClr val="bg1">
                  <a:lumMod val="95000"/>
                </a:schemeClr>
              </a:solidFill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F5CF3CBE-5672-7EFC-1962-11F3D7592C9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577" y="28652"/>
              <a:ext cx="1118" cy="567"/>
              <a:chOff x="461" y="4199"/>
              <a:chExt cx="2386" cy="1210"/>
            </a:xfrm>
          </p:grpSpPr>
          <p:sp>
            <p:nvSpPr>
              <p:cNvPr id="153" name="Google Shape;78;p16">
                <a:extLst>
                  <a:ext uri="{FF2B5EF4-FFF2-40B4-BE49-F238E27FC236}">
                    <a16:creationId xmlns:a16="http://schemas.microsoft.com/office/drawing/2014/main" id="{9A160822-8E90-CFC9-4C8E-3C467BF171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1" y="4199"/>
                <a:ext cx="2386" cy="1204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 w="28575" cap="flat" cmpd="sng">
                <a:solidFill>
                  <a:srgbClr val="00B05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cxnSp>
            <p:nvCxnSpPr>
              <p:cNvPr id="154" name="Google Shape;79;p16">
                <a:extLst>
                  <a:ext uri="{FF2B5EF4-FFF2-40B4-BE49-F238E27FC236}">
                    <a16:creationId xmlns:a16="http://schemas.microsoft.com/office/drawing/2014/main" id="{A6207C36-D874-867B-0E4F-793856574DF6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H="1">
                <a:off x="1669" y="4205"/>
                <a:ext cx="12" cy="1204"/>
              </a:xfrm>
              <a:prstGeom prst="straightConnector1">
                <a:avLst/>
              </a:prstGeom>
              <a:solidFill>
                <a:schemeClr val="bg1">
                  <a:lumMod val="95000"/>
                </a:schemeClr>
              </a:solidFill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2CB33E25-F614-CA46-C47D-72AF2B1A1D1E}"/>
              </a:ext>
            </a:extLst>
          </p:cNvPr>
          <p:cNvCxnSpPr>
            <a:stCxn id="161" idx="3"/>
          </p:cNvCxnSpPr>
          <p:nvPr/>
        </p:nvCxnSpPr>
        <p:spPr>
          <a:xfrm>
            <a:off x="11937382" y="14892693"/>
            <a:ext cx="1708785" cy="38671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ABDEC93C-E4B8-0721-2EC5-0ABA38268653}"/>
              </a:ext>
            </a:extLst>
          </p:cNvPr>
          <p:cNvCxnSpPr>
            <a:stCxn id="159" idx="3"/>
          </p:cNvCxnSpPr>
          <p:nvPr/>
        </p:nvCxnSpPr>
        <p:spPr>
          <a:xfrm>
            <a:off x="11937382" y="15141613"/>
            <a:ext cx="1708785" cy="13779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DB2588B1-15A6-06CA-CC3C-817CA3735C9C}"/>
              </a:ext>
            </a:extLst>
          </p:cNvPr>
          <p:cNvCxnSpPr>
            <a:stCxn id="155" idx="3"/>
          </p:cNvCxnSpPr>
          <p:nvPr/>
        </p:nvCxnSpPr>
        <p:spPr>
          <a:xfrm flipV="1">
            <a:off x="11937382" y="15279408"/>
            <a:ext cx="1708785" cy="10985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9EE4DDF7-ACA8-2726-AB72-A1774832F58C}"/>
              </a:ext>
            </a:extLst>
          </p:cNvPr>
          <p:cNvCxnSpPr>
            <a:stCxn id="153" idx="3"/>
          </p:cNvCxnSpPr>
          <p:nvPr/>
        </p:nvCxnSpPr>
        <p:spPr>
          <a:xfrm flipV="1">
            <a:off x="11937382" y="15279408"/>
            <a:ext cx="1708785" cy="35750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39" name="组合 338">
            <a:extLst>
              <a:ext uri="{FF2B5EF4-FFF2-40B4-BE49-F238E27FC236}">
                <a16:creationId xmlns:a16="http://schemas.microsoft.com/office/drawing/2014/main" id="{7C7743A3-3DA7-BDD8-F969-4FE488C53D52}"/>
              </a:ext>
            </a:extLst>
          </p:cNvPr>
          <p:cNvGrpSpPr/>
          <p:nvPr/>
        </p:nvGrpSpPr>
        <p:grpSpPr>
          <a:xfrm>
            <a:off x="553474" y="10468682"/>
            <a:ext cx="8103234" cy="5634197"/>
            <a:chOff x="503083" y="9500458"/>
            <a:chExt cx="8103235" cy="5634197"/>
          </a:xfrm>
        </p:grpSpPr>
        <p:pic>
          <p:nvPicPr>
            <p:cNvPr id="285" name="图片 284" descr="disease node">
              <a:extLst>
                <a:ext uri="{FF2B5EF4-FFF2-40B4-BE49-F238E27FC236}">
                  <a16:creationId xmlns:a16="http://schemas.microsoft.com/office/drawing/2014/main" id="{48CCAFDA-4FFE-2B7D-A067-71D696A9AF7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7"/>
            <a:stretch>
              <a:fillRect/>
            </a:stretch>
          </p:blipFill>
          <p:spPr>
            <a:xfrm>
              <a:off x="3001648" y="14079855"/>
              <a:ext cx="1054800" cy="1054800"/>
            </a:xfrm>
            <a:prstGeom prst="rect">
              <a:avLst/>
            </a:prstGeom>
          </p:spPr>
        </p:pic>
        <p:pic>
          <p:nvPicPr>
            <p:cNvPr id="286" name="图片 285" descr="target node">
              <a:extLst>
                <a:ext uri="{FF2B5EF4-FFF2-40B4-BE49-F238E27FC236}">
                  <a16:creationId xmlns:a16="http://schemas.microsoft.com/office/drawing/2014/main" id="{63E784C2-A19F-493D-44A2-B35E1A547723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559722" y="14079855"/>
              <a:ext cx="1054800" cy="1054800"/>
            </a:xfrm>
            <a:prstGeom prst="rect">
              <a:avLst/>
            </a:prstGeom>
          </p:spPr>
        </p:pic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AD44096B-4AE8-16CA-95C1-BF3B1D826323}"/>
                </a:ext>
              </a:extLst>
            </p:cNvPr>
            <p:cNvCxnSpPr>
              <a:stCxn id="286" idx="3"/>
              <a:endCxn id="285" idx="1"/>
            </p:cNvCxnSpPr>
            <p:nvPr>
              <p:custDataLst>
                <p:tags r:id="rId4"/>
              </p:custDataLst>
            </p:nvPr>
          </p:nvCxnSpPr>
          <p:spPr>
            <a:xfrm>
              <a:off x="1614522" y="14607255"/>
              <a:ext cx="1387126" cy="0"/>
            </a:xfrm>
            <a:prstGeom prst="line">
              <a:avLst/>
            </a:prstGeom>
            <a:ln w="101600" cmpd="dbl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88" name="文本框 287">
              <a:extLst>
                <a:ext uri="{FF2B5EF4-FFF2-40B4-BE49-F238E27FC236}">
                  <a16:creationId xmlns:a16="http://schemas.microsoft.com/office/drawing/2014/main" id="{49431607-A443-95C6-63AA-228223DCDB50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4551014" y="14298740"/>
              <a:ext cx="3568183" cy="51005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r>
                <a:rPr lang="en-US" altLang="zh-CN" sz="3200" dirty="0">
                  <a:solidFill>
                    <a:schemeClr val="accent1"/>
                  </a:solidFill>
                </a:rPr>
                <a:t>target </a:t>
              </a:r>
              <a:r>
                <a:rPr lang="en-US" altLang="zh-CN" sz="3200" dirty="0"/>
                <a:t>- </a:t>
              </a:r>
              <a:r>
                <a:rPr lang="en-US" altLang="zh-CN" sz="3200" dirty="0">
                  <a:solidFill>
                    <a:schemeClr val="bg2">
                      <a:lumMod val="50000"/>
                    </a:schemeClr>
                  </a:solidFill>
                </a:rPr>
                <a:t>disease</a:t>
              </a:r>
            </a:p>
          </p:txBody>
        </p:sp>
        <p:pic>
          <p:nvPicPr>
            <p:cNvPr id="298" name="图片 297" descr="herb node">
              <a:extLst>
                <a:ext uri="{FF2B5EF4-FFF2-40B4-BE49-F238E27FC236}">
                  <a16:creationId xmlns:a16="http://schemas.microsoft.com/office/drawing/2014/main" id="{E7D68205-BEE3-7F6B-C795-DF0AEAF851E5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55"/>
            <a:stretch>
              <a:fillRect/>
            </a:stretch>
          </p:blipFill>
          <p:spPr>
            <a:xfrm>
              <a:off x="503083" y="11041687"/>
              <a:ext cx="1054800" cy="1054800"/>
            </a:xfrm>
            <a:prstGeom prst="rect">
              <a:avLst/>
            </a:prstGeom>
          </p:spPr>
        </p:pic>
        <p:pic>
          <p:nvPicPr>
            <p:cNvPr id="299" name="图片 298" descr="target node">
              <a:extLst>
                <a:ext uri="{FF2B5EF4-FFF2-40B4-BE49-F238E27FC236}">
                  <a16:creationId xmlns:a16="http://schemas.microsoft.com/office/drawing/2014/main" id="{51506654-575D-2C62-9A79-7FBC16E4971E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3079609" y="11041687"/>
              <a:ext cx="1054800" cy="1054800"/>
            </a:xfrm>
            <a:prstGeom prst="rect">
              <a:avLst/>
            </a:prstGeom>
          </p:spPr>
        </p:pic>
        <p:sp>
          <p:nvSpPr>
            <p:cNvPr id="300" name="文本框 299">
              <a:extLst>
                <a:ext uri="{FF2B5EF4-FFF2-40B4-BE49-F238E27FC236}">
                  <a16:creationId xmlns:a16="http://schemas.microsoft.com/office/drawing/2014/main" id="{EB02BE4A-AA49-0FCA-D036-5A1AAE5C9389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4516636" y="11393660"/>
              <a:ext cx="3333459" cy="292426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r>
                <a:rPr lang="en-US" altLang="zh-CN" sz="3200" dirty="0">
                  <a:solidFill>
                    <a:srgbClr val="00B050"/>
                  </a:solidFill>
                </a:rPr>
                <a:t>herb </a:t>
              </a:r>
              <a:r>
                <a:rPr lang="en-US" altLang="zh-CN" sz="3200" dirty="0"/>
                <a:t>- </a:t>
              </a:r>
              <a:r>
                <a:rPr lang="en-US" altLang="zh-CN" sz="3200" dirty="0">
                  <a:solidFill>
                    <a:srgbClr val="0070C0"/>
                  </a:solidFill>
                </a:rPr>
                <a:t>target</a:t>
              </a:r>
            </a:p>
          </p:txBody>
        </p:sp>
        <p:cxnSp>
          <p:nvCxnSpPr>
            <p:cNvPr id="301" name="直接连接符 300">
              <a:extLst>
                <a:ext uri="{FF2B5EF4-FFF2-40B4-BE49-F238E27FC236}">
                  <a16:creationId xmlns:a16="http://schemas.microsoft.com/office/drawing/2014/main" id="{C2435C24-46A6-CA35-7153-D417524853E2}"/>
                </a:ext>
              </a:extLst>
            </p:cNvPr>
            <p:cNvCxnSpPr>
              <a:stCxn id="298" idx="3"/>
              <a:endCxn id="299" idx="1"/>
            </p:cNvCxnSpPr>
            <p:nvPr>
              <p:custDataLst>
                <p:tags r:id="rId9"/>
              </p:custDataLst>
            </p:nvPr>
          </p:nvCxnSpPr>
          <p:spPr>
            <a:xfrm>
              <a:off x="1557883" y="11569087"/>
              <a:ext cx="1521726" cy="0"/>
            </a:xfrm>
            <a:prstGeom prst="line">
              <a:avLst/>
            </a:prstGeom>
            <a:ln w="1016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08" name="图片 307" descr="molecule node">
              <a:extLst>
                <a:ext uri="{FF2B5EF4-FFF2-40B4-BE49-F238E27FC236}">
                  <a16:creationId xmlns:a16="http://schemas.microsoft.com/office/drawing/2014/main" id="{D247EABB-E8D1-E39B-FD08-BE7FEFFF542C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56"/>
            <a:stretch>
              <a:fillRect/>
            </a:stretch>
          </p:blipFill>
          <p:spPr>
            <a:xfrm>
              <a:off x="540358" y="9500458"/>
              <a:ext cx="1054800" cy="1054800"/>
            </a:xfrm>
            <a:prstGeom prst="rect">
              <a:avLst/>
            </a:prstGeom>
          </p:spPr>
        </p:pic>
        <p:pic>
          <p:nvPicPr>
            <p:cNvPr id="309" name="图片 308" descr="target node">
              <a:extLst>
                <a:ext uri="{FF2B5EF4-FFF2-40B4-BE49-F238E27FC236}">
                  <a16:creationId xmlns:a16="http://schemas.microsoft.com/office/drawing/2014/main" id="{EF17C06D-D8A5-42AE-08B5-FFF527A1E9E7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3103921" y="9500458"/>
              <a:ext cx="1054800" cy="1054800"/>
            </a:xfrm>
            <a:prstGeom prst="rect">
              <a:avLst/>
            </a:prstGeom>
          </p:spPr>
        </p:pic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17C4EFF2-6900-61DB-351C-86F58F95AD16}"/>
                </a:ext>
              </a:extLst>
            </p:cNvPr>
            <p:cNvCxnSpPr>
              <a:stCxn id="308" idx="3"/>
              <a:endCxn id="309" idx="1"/>
            </p:cNvCxnSpPr>
            <p:nvPr>
              <p:custDataLst>
                <p:tags r:id="rId12"/>
              </p:custDataLst>
            </p:nvPr>
          </p:nvCxnSpPr>
          <p:spPr>
            <a:xfrm>
              <a:off x="1595158" y="10027858"/>
              <a:ext cx="1508763" cy="0"/>
            </a:xfrm>
            <a:prstGeom prst="line">
              <a:avLst/>
            </a:prstGeom>
            <a:ln w="1016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11" name="文本框 310">
              <a:extLst>
                <a:ext uri="{FF2B5EF4-FFF2-40B4-BE49-F238E27FC236}">
                  <a16:creationId xmlns:a16="http://schemas.microsoft.com/office/drawing/2014/main" id="{2874C9D7-696C-6091-A101-6882289F23F3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4550573" y="9795098"/>
              <a:ext cx="4055745" cy="41529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r>
                <a:rPr lang="en-US" altLang="zh-CN" sz="3200" dirty="0">
                  <a:solidFill>
                    <a:schemeClr val="accent2"/>
                  </a:solidFill>
                </a:rPr>
                <a:t>molecule </a:t>
              </a:r>
              <a:r>
                <a:rPr lang="en-US" altLang="zh-CN" sz="3200" dirty="0"/>
                <a:t>- </a:t>
              </a:r>
              <a:r>
                <a:rPr lang="en-US" altLang="zh-CN" sz="3200" dirty="0">
                  <a:solidFill>
                    <a:srgbClr val="0070C0"/>
                  </a:solidFill>
                </a:rPr>
                <a:t>target</a:t>
              </a:r>
            </a:p>
          </p:txBody>
        </p:sp>
        <p:pic>
          <p:nvPicPr>
            <p:cNvPr id="317" name="图片 316" descr="molecule node">
              <a:extLst>
                <a:ext uri="{FF2B5EF4-FFF2-40B4-BE49-F238E27FC236}">
                  <a16:creationId xmlns:a16="http://schemas.microsoft.com/office/drawing/2014/main" id="{36E7D2CE-08F8-9B69-6962-04831AA905BD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56"/>
            <a:stretch>
              <a:fillRect/>
            </a:stretch>
          </p:blipFill>
          <p:spPr>
            <a:xfrm>
              <a:off x="3010307" y="12557410"/>
              <a:ext cx="1054800" cy="1054800"/>
            </a:xfrm>
            <a:prstGeom prst="rect">
              <a:avLst/>
            </a:prstGeom>
          </p:spPr>
        </p:pic>
        <p:pic>
          <p:nvPicPr>
            <p:cNvPr id="318" name="图片 317" descr="herb node">
              <a:extLst>
                <a:ext uri="{FF2B5EF4-FFF2-40B4-BE49-F238E27FC236}">
                  <a16:creationId xmlns:a16="http://schemas.microsoft.com/office/drawing/2014/main" id="{F2697216-37AE-5F67-5F2B-11BCC3FDEA9E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55"/>
            <a:stretch>
              <a:fillRect/>
            </a:stretch>
          </p:blipFill>
          <p:spPr>
            <a:xfrm>
              <a:off x="505908" y="12557410"/>
              <a:ext cx="1054800" cy="1054800"/>
            </a:xfrm>
            <a:prstGeom prst="rect">
              <a:avLst/>
            </a:prstGeom>
          </p:spPr>
        </p:pic>
        <p:sp>
          <p:nvSpPr>
            <p:cNvPr id="320" name="文本框 319">
              <a:extLst>
                <a:ext uri="{FF2B5EF4-FFF2-40B4-BE49-F238E27FC236}">
                  <a16:creationId xmlns:a16="http://schemas.microsoft.com/office/drawing/2014/main" id="{9A3CDB6F-CB2C-C7A5-F193-A7E677BFC6B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4519672" y="12986038"/>
              <a:ext cx="3718233" cy="149921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r>
                <a:rPr lang="en-US" altLang="zh-CN" sz="3200" dirty="0">
                  <a:solidFill>
                    <a:srgbClr val="00B050"/>
                  </a:solidFill>
                </a:rPr>
                <a:t>herb </a:t>
              </a:r>
              <a:r>
                <a:rPr lang="en-US" altLang="zh-CN" sz="3200" dirty="0"/>
                <a:t>- </a:t>
              </a:r>
              <a:r>
                <a:rPr lang="en-US" altLang="zh-CN" sz="3200" dirty="0">
                  <a:solidFill>
                    <a:schemeClr val="accent2"/>
                  </a:solidFill>
                </a:rPr>
                <a:t>molecule</a:t>
              </a:r>
            </a:p>
          </p:txBody>
        </p: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AF5A870C-2FB4-7207-09E9-D269BAA4D8E2}"/>
                </a:ext>
              </a:extLst>
            </p:cNvPr>
            <p:cNvCxnSpPr>
              <a:stCxn id="318" idx="3"/>
              <a:endCxn id="317" idx="1"/>
            </p:cNvCxnSpPr>
            <p:nvPr>
              <p:custDataLst>
                <p:tags r:id="rId17"/>
              </p:custDataLst>
            </p:nvPr>
          </p:nvCxnSpPr>
          <p:spPr>
            <a:xfrm>
              <a:off x="1560708" y="13084810"/>
              <a:ext cx="1449599" cy="0"/>
            </a:xfrm>
            <a:prstGeom prst="line">
              <a:avLst/>
            </a:prstGeom>
            <a:ln w="1016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43" name="文本框 342">
            <a:extLst>
              <a:ext uri="{FF2B5EF4-FFF2-40B4-BE49-F238E27FC236}">
                <a16:creationId xmlns:a16="http://schemas.microsoft.com/office/drawing/2014/main" id="{9CE8074F-B0BB-865D-F17A-B9CE52D9FE85}"/>
              </a:ext>
            </a:extLst>
          </p:cNvPr>
          <p:cNvSpPr txBox="1"/>
          <p:nvPr/>
        </p:nvSpPr>
        <p:spPr>
          <a:xfrm>
            <a:off x="1854849" y="16370802"/>
            <a:ext cx="4162425" cy="887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>
                <a:latin typeface="Cambria Math" panose="02040503050406030204" pitchFamily="18" charset="0"/>
                <a:cs typeface="Cambria Math" panose="02040503050406030204" pitchFamily="18" charset="0"/>
              </a:rPr>
              <a:t>Meta-Relations</a:t>
            </a:r>
          </a:p>
        </p:txBody>
      </p:sp>
      <p:pic>
        <p:nvPicPr>
          <p:cNvPr id="3" name="图片 2" descr="target node">
            <a:extLst>
              <a:ext uri="{FF2B5EF4-FFF2-40B4-BE49-F238E27FC236}">
                <a16:creationId xmlns:a16="http://schemas.microsoft.com/office/drawing/2014/main" id="{217D43BD-A060-6924-3A28-A1C7D77728B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902844" y="10994333"/>
            <a:ext cx="1080135" cy="1080135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29BF62CC-98D4-57EC-810C-2D1A0E0D6F44}"/>
              </a:ext>
            </a:extLst>
          </p:cNvPr>
          <p:cNvGrpSpPr>
            <a:grpSpLocks noChangeAspect="1"/>
          </p:cNvGrpSpPr>
          <p:nvPr/>
        </p:nvGrpSpPr>
        <p:grpSpPr>
          <a:xfrm>
            <a:off x="11113135" y="11030585"/>
            <a:ext cx="1210310" cy="248920"/>
            <a:chOff x="5659" y="515"/>
            <a:chExt cx="5886" cy="1210"/>
          </a:xfrm>
          <a:solidFill>
            <a:srgbClr val="00B0F0"/>
          </a:solidFill>
        </p:grpSpPr>
        <p:sp>
          <p:nvSpPr>
            <p:cNvPr id="6" name="Google Shape;78;p16">
              <a:extLst>
                <a:ext uri="{FF2B5EF4-FFF2-40B4-BE49-F238E27FC236}">
                  <a16:creationId xmlns:a16="http://schemas.microsoft.com/office/drawing/2014/main" id="{EA6007FD-A7D2-C960-41DA-4070317CA4F2}"/>
                </a:ext>
              </a:extLst>
            </p:cNvPr>
            <p:cNvSpPr/>
            <p:nvPr/>
          </p:nvSpPr>
          <p:spPr>
            <a:xfrm>
              <a:off x="5659" y="515"/>
              <a:ext cx="5887" cy="1204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7" name="Google Shape;79;p16">
              <a:extLst>
                <a:ext uri="{FF2B5EF4-FFF2-40B4-BE49-F238E27FC236}">
                  <a16:creationId xmlns:a16="http://schemas.microsoft.com/office/drawing/2014/main" id="{2D1E62A7-475E-0FCB-9134-967D973F487C}"/>
                </a:ext>
              </a:extLst>
            </p:cNvPr>
            <p:cNvCxnSpPr/>
            <p:nvPr/>
          </p:nvCxnSpPr>
          <p:spPr>
            <a:xfrm flipH="1">
              <a:off x="6867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80;p16">
              <a:extLst>
                <a:ext uri="{FF2B5EF4-FFF2-40B4-BE49-F238E27FC236}">
                  <a16:creationId xmlns:a16="http://schemas.microsoft.com/office/drawing/2014/main" id="{B0ADB570-BDA5-5EF5-12C0-F3A5F76033CD}"/>
                </a:ext>
              </a:extLst>
            </p:cNvPr>
            <p:cNvCxnSpPr/>
            <p:nvPr/>
          </p:nvCxnSpPr>
          <p:spPr>
            <a:xfrm flipH="1">
              <a:off x="8034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81;p16">
              <a:extLst>
                <a:ext uri="{FF2B5EF4-FFF2-40B4-BE49-F238E27FC236}">
                  <a16:creationId xmlns:a16="http://schemas.microsoft.com/office/drawing/2014/main" id="{9AC68C5E-1F00-BA09-75ED-C5BA3EF48E5E}"/>
                </a:ext>
              </a:extLst>
            </p:cNvPr>
            <p:cNvCxnSpPr/>
            <p:nvPr/>
          </p:nvCxnSpPr>
          <p:spPr>
            <a:xfrm flipH="1">
              <a:off x="9201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82;p16">
              <a:extLst>
                <a:ext uri="{FF2B5EF4-FFF2-40B4-BE49-F238E27FC236}">
                  <a16:creationId xmlns:a16="http://schemas.microsoft.com/office/drawing/2014/main" id="{2DAD588D-8DC0-0005-E72A-5071BF6F3213}"/>
                </a:ext>
              </a:extLst>
            </p:cNvPr>
            <p:cNvCxnSpPr/>
            <p:nvPr/>
          </p:nvCxnSpPr>
          <p:spPr>
            <a:xfrm flipH="1">
              <a:off x="10367" y="521"/>
              <a:ext cx="12" cy="1204"/>
            </a:xfrm>
            <a:prstGeom prst="straightConnector1">
              <a:avLst/>
            </a:prstGeom>
            <a:grp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0B46B1C-4DA5-20BA-BA11-D34CCCC09860}"/>
              </a:ext>
            </a:extLst>
          </p:cNvPr>
          <p:cNvCxnSpPr>
            <a:stCxn id="6" idx="3"/>
            <a:endCxn id="620" idx="1"/>
          </p:cNvCxnSpPr>
          <p:nvPr/>
        </p:nvCxnSpPr>
        <p:spPr>
          <a:xfrm>
            <a:off x="12323446" y="11154353"/>
            <a:ext cx="1362710" cy="274955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7317F0-A22D-DC4E-E81B-C0C4F4ABB3CA}"/>
              </a:ext>
            </a:extLst>
          </p:cNvPr>
          <p:cNvGrpSpPr>
            <a:grpSpLocks noChangeAspect="1"/>
          </p:cNvGrpSpPr>
          <p:nvPr/>
        </p:nvGrpSpPr>
        <p:grpSpPr>
          <a:xfrm>
            <a:off x="15705455" y="11012805"/>
            <a:ext cx="970280" cy="248920"/>
            <a:chOff x="366" y="509"/>
            <a:chExt cx="4718" cy="1210"/>
          </a:xfrm>
        </p:grpSpPr>
        <p:sp>
          <p:nvSpPr>
            <p:cNvPr id="14" name="Google Shape;78;p16">
              <a:extLst>
                <a:ext uri="{FF2B5EF4-FFF2-40B4-BE49-F238E27FC236}">
                  <a16:creationId xmlns:a16="http://schemas.microsoft.com/office/drawing/2014/main" id="{7B334A52-1B9A-4CAD-89A9-C6D462BE5ECE}"/>
                </a:ext>
              </a:extLst>
            </p:cNvPr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15" name="Google Shape;79;p16">
              <a:extLst>
                <a:ext uri="{FF2B5EF4-FFF2-40B4-BE49-F238E27FC236}">
                  <a16:creationId xmlns:a16="http://schemas.microsoft.com/office/drawing/2014/main" id="{8AFEDEC4-ADFD-8444-0A74-27FF6469CD4D}"/>
                </a:ext>
              </a:extLst>
            </p:cNvPr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80;p16">
              <a:extLst>
                <a:ext uri="{FF2B5EF4-FFF2-40B4-BE49-F238E27FC236}">
                  <a16:creationId xmlns:a16="http://schemas.microsoft.com/office/drawing/2014/main" id="{A3AA4331-4C1D-FF24-A3CF-144E735E8DD8}"/>
                </a:ext>
              </a:extLst>
            </p:cNvPr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81;p16">
              <a:extLst>
                <a:ext uri="{FF2B5EF4-FFF2-40B4-BE49-F238E27FC236}">
                  <a16:creationId xmlns:a16="http://schemas.microsoft.com/office/drawing/2014/main" id="{BFB1AD84-936C-3875-AF4E-C70D6EBB21C8}"/>
                </a:ext>
              </a:extLst>
            </p:cNvPr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A526061-127C-7012-21F1-70E4281127D3}"/>
              </a:ext>
            </a:extLst>
          </p:cNvPr>
          <p:cNvCxnSpPr>
            <a:stCxn id="620" idx="3"/>
            <a:endCxn id="14" idx="1"/>
          </p:cNvCxnSpPr>
          <p:nvPr/>
        </p:nvCxnSpPr>
        <p:spPr>
          <a:xfrm flipV="1">
            <a:off x="15240018" y="11136891"/>
            <a:ext cx="465455" cy="292735"/>
          </a:xfrm>
          <a:prstGeom prst="straightConnector1">
            <a:avLst/>
          </a:prstGeom>
          <a:ln w="28575" cmpd="sng">
            <a:solidFill>
              <a:srgbClr val="0070C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79644FE-B9BE-51C0-08F5-F4A433F9EDE0}"/>
              </a:ext>
            </a:extLst>
          </p:cNvPr>
          <p:cNvGrpSpPr>
            <a:grpSpLocks noChangeAspect="1"/>
          </p:cNvGrpSpPr>
          <p:nvPr/>
        </p:nvGrpSpPr>
        <p:grpSpPr>
          <a:xfrm>
            <a:off x="18205450" y="11635105"/>
            <a:ext cx="970280" cy="248920"/>
            <a:chOff x="366" y="509"/>
            <a:chExt cx="4718" cy="1210"/>
          </a:xfrm>
        </p:grpSpPr>
        <p:sp>
          <p:nvSpPr>
            <p:cNvPr id="20" name="Google Shape;78;p16">
              <a:extLst>
                <a:ext uri="{FF2B5EF4-FFF2-40B4-BE49-F238E27FC236}">
                  <a16:creationId xmlns:a16="http://schemas.microsoft.com/office/drawing/2014/main" id="{0000935E-AB43-6CE2-0F48-B61AC2779EA9}"/>
                </a:ext>
              </a:extLst>
            </p:cNvPr>
            <p:cNvSpPr/>
            <p:nvPr/>
          </p:nvSpPr>
          <p:spPr>
            <a:xfrm>
              <a:off x="366" y="509"/>
              <a:ext cx="4719" cy="1204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1" name="Google Shape;79;p16">
              <a:extLst>
                <a:ext uri="{FF2B5EF4-FFF2-40B4-BE49-F238E27FC236}">
                  <a16:creationId xmlns:a16="http://schemas.microsoft.com/office/drawing/2014/main" id="{6AA36AED-829E-1D8B-E212-A9E57B5C7199}"/>
                </a:ext>
              </a:extLst>
            </p:cNvPr>
            <p:cNvCxnSpPr/>
            <p:nvPr/>
          </p:nvCxnSpPr>
          <p:spPr>
            <a:xfrm flipH="1">
              <a:off x="1574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80;p16">
              <a:extLst>
                <a:ext uri="{FF2B5EF4-FFF2-40B4-BE49-F238E27FC236}">
                  <a16:creationId xmlns:a16="http://schemas.microsoft.com/office/drawing/2014/main" id="{2A1C5840-926D-7D9A-2762-7716D582559E}"/>
                </a:ext>
              </a:extLst>
            </p:cNvPr>
            <p:cNvCxnSpPr/>
            <p:nvPr/>
          </p:nvCxnSpPr>
          <p:spPr>
            <a:xfrm flipH="1">
              <a:off x="2741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81;p16">
              <a:extLst>
                <a:ext uri="{FF2B5EF4-FFF2-40B4-BE49-F238E27FC236}">
                  <a16:creationId xmlns:a16="http://schemas.microsoft.com/office/drawing/2014/main" id="{F6019D45-A544-F027-F660-9C1ADA4A2F74}"/>
                </a:ext>
              </a:extLst>
            </p:cNvPr>
            <p:cNvCxnSpPr/>
            <p:nvPr/>
          </p:nvCxnSpPr>
          <p:spPr>
            <a:xfrm flipH="1">
              <a:off x="3908" y="515"/>
              <a:ext cx="12" cy="1204"/>
            </a:xfrm>
            <a:prstGeom prst="straightConnector1">
              <a:avLst/>
            </a:prstGeom>
            <a:noFill/>
            <a:ln w="28575" cap="flat" cmpd="sng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659" name="图片 658" descr="molecule node">
            <a:extLst>
              <a:ext uri="{FF2B5EF4-FFF2-40B4-BE49-F238E27FC236}">
                <a16:creationId xmlns:a16="http://schemas.microsoft.com/office/drawing/2014/main" id="{2CCCCD72-17CE-3726-308C-3CA39ED1036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231846" y="11384296"/>
            <a:ext cx="995045" cy="995045"/>
          </a:xfrm>
          <a:prstGeom prst="rect">
            <a:avLst/>
          </a:prstGeom>
        </p:spPr>
      </p:pic>
      <p:pic>
        <p:nvPicPr>
          <p:cNvPr id="660" name="图片 659" descr="herb node">
            <a:extLst>
              <a:ext uri="{FF2B5EF4-FFF2-40B4-BE49-F238E27FC236}">
                <a16:creationId xmlns:a16="http://schemas.microsoft.com/office/drawing/2014/main" id="{0F9E1655-5727-72F3-B2BF-BCD47114AD96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4988514" y="15477504"/>
            <a:ext cx="995045" cy="995045"/>
          </a:xfrm>
          <a:prstGeom prst="rect">
            <a:avLst/>
          </a:prstGeom>
        </p:spPr>
      </p:pic>
      <p:pic>
        <p:nvPicPr>
          <p:cNvPr id="661" name="图片 660" descr="target node">
            <a:extLst>
              <a:ext uri="{FF2B5EF4-FFF2-40B4-BE49-F238E27FC236}">
                <a16:creationId xmlns:a16="http://schemas.microsoft.com/office/drawing/2014/main" id="{595E1003-E900-B1F6-8AA9-A3041A5C8637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7521531" y="11384296"/>
            <a:ext cx="1080135" cy="1080135"/>
          </a:xfrm>
          <a:prstGeom prst="rect">
            <a:avLst/>
          </a:prstGeom>
        </p:spPr>
      </p:pic>
      <p:pic>
        <p:nvPicPr>
          <p:cNvPr id="662" name="图片 661" descr="herb node">
            <a:extLst>
              <a:ext uri="{FF2B5EF4-FFF2-40B4-BE49-F238E27FC236}">
                <a16:creationId xmlns:a16="http://schemas.microsoft.com/office/drawing/2014/main" id="{46120B38-2D4A-CD4E-C81D-F4A3E0E3EA5E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6391229" y="15474329"/>
            <a:ext cx="995045" cy="995045"/>
          </a:xfrm>
          <a:prstGeom prst="rect">
            <a:avLst/>
          </a:prstGeom>
        </p:spPr>
      </p:pic>
      <p:pic>
        <p:nvPicPr>
          <p:cNvPr id="663" name="图片 662" descr="herb node">
            <a:extLst>
              <a:ext uri="{FF2B5EF4-FFF2-40B4-BE49-F238E27FC236}">
                <a16:creationId xmlns:a16="http://schemas.microsoft.com/office/drawing/2014/main" id="{727B8D82-FF7C-5704-A75F-227FCFBA9206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7755209" y="15096504"/>
            <a:ext cx="995045" cy="995045"/>
          </a:xfrm>
          <a:prstGeom prst="rect">
            <a:avLst/>
          </a:prstGeom>
        </p:spPr>
      </p:pic>
      <p:pic>
        <p:nvPicPr>
          <p:cNvPr id="664" name="图片 663" descr="herb node">
            <a:extLst>
              <a:ext uri="{FF2B5EF4-FFF2-40B4-BE49-F238E27FC236}">
                <a16:creationId xmlns:a16="http://schemas.microsoft.com/office/drawing/2014/main" id="{63B7FD51-CAB2-8CDD-9651-A96335B22AEB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8788989" y="14261479"/>
            <a:ext cx="995045" cy="995045"/>
          </a:xfrm>
          <a:prstGeom prst="rect">
            <a:avLst/>
          </a:prstGeom>
        </p:spPr>
      </p:pic>
      <p:pic>
        <p:nvPicPr>
          <p:cNvPr id="665" name="图片 664" descr="molecule node">
            <a:extLst>
              <a:ext uri="{FF2B5EF4-FFF2-40B4-BE49-F238E27FC236}">
                <a16:creationId xmlns:a16="http://schemas.microsoft.com/office/drawing/2014/main" id="{0FE16520-8A64-CCBF-F0C1-63820610BFE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954861" y="11795776"/>
            <a:ext cx="995045" cy="995045"/>
          </a:xfrm>
          <a:prstGeom prst="rect">
            <a:avLst/>
          </a:prstGeom>
        </p:spPr>
      </p:pic>
      <p:pic>
        <p:nvPicPr>
          <p:cNvPr id="666" name="图片 665" descr="target node">
            <a:extLst>
              <a:ext uri="{FF2B5EF4-FFF2-40B4-BE49-F238E27FC236}">
                <a16:creationId xmlns:a16="http://schemas.microsoft.com/office/drawing/2014/main" id="{755B211F-D8E9-0277-E178-0288851ACC07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3874724" y="12755894"/>
            <a:ext cx="1080135" cy="1080135"/>
          </a:xfrm>
          <a:prstGeom prst="rect">
            <a:avLst/>
          </a:prstGeom>
        </p:spPr>
      </p:pic>
      <p:cxnSp>
        <p:nvCxnSpPr>
          <p:cNvPr id="667" name="曲线连接符 666">
            <a:extLst>
              <a:ext uri="{FF2B5EF4-FFF2-40B4-BE49-F238E27FC236}">
                <a16:creationId xmlns:a16="http://schemas.microsoft.com/office/drawing/2014/main" id="{01BBBF60-7ED0-3848-6B64-816C3E970460}"/>
              </a:ext>
            </a:extLst>
          </p:cNvPr>
          <p:cNvCxnSpPr>
            <a:stCxn id="666" idx="0"/>
            <a:endCxn id="665" idx="0"/>
          </p:cNvCxnSpPr>
          <p:nvPr/>
        </p:nvCxnSpPr>
        <p:spPr>
          <a:xfrm rot="16200000">
            <a:off x="34453830" y="11757025"/>
            <a:ext cx="960120" cy="1037590"/>
          </a:xfrm>
          <a:prstGeom prst="curvedConnector3">
            <a:avLst>
              <a:gd name="adj1" fmla="val 108333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8" name="曲线连接符 667">
            <a:extLst>
              <a:ext uri="{FF2B5EF4-FFF2-40B4-BE49-F238E27FC236}">
                <a16:creationId xmlns:a16="http://schemas.microsoft.com/office/drawing/2014/main" id="{59BBFB30-24D7-93C8-F145-CBA54DFF4C74}"/>
              </a:ext>
            </a:extLst>
          </p:cNvPr>
          <p:cNvCxnSpPr>
            <a:stCxn id="666" idx="0"/>
            <a:endCxn id="659" idx="0"/>
          </p:cNvCxnSpPr>
          <p:nvPr/>
        </p:nvCxnSpPr>
        <p:spPr>
          <a:xfrm rot="16200000">
            <a:off x="34886265" y="10913126"/>
            <a:ext cx="1371600" cy="2314575"/>
          </a:xfrm>
          <a:prstGeom prst="curvedConnector3">
            <a:avLst>
              <a:gd name="adj1" fmla="val 117384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9" name="曲线连接符 668">
            <a:extLst>
              <a:ext uri="{FF2B5EF4-FFF2-40B4-BE49-F238E27FC236}">
                <a16:creationId xmlns:a16="http://schemas.microsoft.com/office/drawing/2014/main" id="{17BFCBAC-5609-B3D5-B498-2717A320ED13}"/>
              </a:ext>
            </a:extLst>
          </p:cNvPr>
          <p:cNvCxnSpPr>
            <a:stCxn id="666" idx="0"/>
            <a:endCxn id="661" idx="0"/>
          </p:cNvCxnSpPr>
          <p:nvPr/>
        </p:nvCxnSpPr>
        <p:spPr>
          <a:xfrm rot="16200000">
            <a:off x="35552380" y="10247011"/>
            <a:ext cx="1371600" cy="3646805"/>
          </a:xfrm>
          <a:prstGeom prst="curvedConnector3">
            <a:avLst>
              <a:gd name="adj1" fmla="val 147523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0" name="曲线连接符 669">
            <a:extLst>
              <a:ext uri="{FF2B5EF4-FFF2-40B4-BE49-F238E27FC236}">
                <a16:creationId xmlns:a16="http://schemas.microsoft.com/office/drawing/2014/main" id="{4CB83577-6CFB-1E27-DD9C-F08475858CC1}"/>
              </a:ext>
            </a:extLst>
          </p:cNvPr>
          <p:cNvCxnSpPr>
            <a:stCxn id="665" idx="0"/>
            <a:endCxn id="659" idx="0"/>
          </p:cNvCxnSpPr>
          <p:nvPr/>
        </p:nvCxnSpPr>
        <p:spPr>
          <a:xfrm rot="16200000">
            <a:off x="35885755" y="10951861"/>
            <a:ext cx="411480" cy="1276985"/>
          </a:xfrm>
          <a:prstGeom prst="curvedConnector3">
            <a:avLst>
              <a:gd name="adj1" fmla="val 107539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1" name="曲线连接符 670">
            <a:extLst>
              <a:ext uri="{FF2B5EF4-FFF2-40B4-BE49-F238E27FC236}">
                <a16:creationId xmlns:a16="http://schemas.microsoft.com/office/drawing/2014/main" id="{B23B69DF-26D4-D0AB-3F12-E5F0E5DE3AC8}"/>
              </a:ext>
            </a:extLst>
          </p:cNvPr>
          <p:cNvCxnSpPr>
            <a:stCxn id="665" idx="0"/>
            <a:endCxn id="661" idx="0"/>
          </p:cNvCxnSpPr>
          <p:nvPr/>
        </p:nvCxnSpPr>
        <p:spPr>
          <a:xfrm rot="16200000">
            <a:off x="36551870" y="10285746"/>
            <a:ext cx="411480" cy="2609215"/>
          </a:xfrm>
          <a:prstGeom prst="curvedConnector3">
            <a:avLst>
              <a:gd name="adj1" fmla="val 219753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2" name="曲线连接符 671">
            <a:extLst>
              <a:ext uri="{FF2B5EF4-FFF2-40B4-BE49-F238E27FC236}">
                <a16:creationId xmlns:a16="http://schemas.microsoft.com/office/drawing/2014/main" id="{8A4AE27B-7548-A53B-8DCC-61DC34AF408B}"/>
              </a:ext>
            </a:extLst>
          </p:cNvPr>
          <p:cNvCxnSpPr>
            <a:cxnSpLocks/>
            <a:stCxn id="659" idx="0"/>
            <a:endCxn id="661" idx="0"/>
          </p:cNvCxnSpPr>
          <p:nvPr/>
        </p:nvCxnSpPr>
        <p:spPr>
          <a:xfrm rot="16200000" flipH="1">
            <a:off x="37395801" y="10718165"/>
            <a:ext cx="3175" cy="1332230"/>
          </a:xfrm>
          <a:prstGeom prst="curvedConnector3">
            <a:avLst>
              <a:gd name="adj1" fmla="val -7450000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3" name="曲线连接符 672">
            <a:extLst>
              <a:ext uri="{FF2B5EF4-FFF2-40B4-BE49-F238E27FC236}">
                <a16:creationId xmlns:a16="http://schemas.microsoft.com/office/drawing/2014/main" id="{9410D066-2690-48E9-9616-E1DA2ABE2D0B}"/>
              </a:ext>
            </a:extLst>
          </p:cNvPr>
          <p:cNvCxnSpPr>
            <a:stCxn id="660" idx="2"/>
            <a:endCxn id="662" idx="2"/>
          </p:cNvCxnSpPr>
          <p:nvPr/>
        </p:nvCxnSpPr>
        <p:spPr>
          <a:xfrm rot="5400000" flipH="1" flipV="1">
            <a:off x="36186124" y="15769604"/>
            <a:ext cx="3175" cy="1402715"/>
          </a:xfrm>
          <a:prstGeom prst="curvedConnector3">
            <a:avLst>
              <a:gd name="adj1" fmla="val -7500000"/>
            </a:avLst>
          </a:prstGeom>
          <a:ln w="44450" cmpd="sng">
            <a:solidFill>
              <a:srgbClr val="00B050"/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4" name="曲线连接符 673">
            <a:extLst>
              <a:ext uri="{FF2B5EF4-FFF2-40B4-BE49-F238E27FC236}">
                <a16:creationId xmlns:a16="http://schemas.microsoft.com/office/drawing/2014/main" id="{4127EA2C-28BB-2EC5-69C1-D9958A311694}"/>
              </a:ext>
            </a:extLst>
          </p:cNvPr>
          <p:cNvCxnSpPr>
            <a:stCxn id="660" idx="2"/>
            <a:endCxn id="663" idx="2"/>
          </p:cNvCxnSpPr>
          <p:nvPr/>
        </p:nvCxnSpPr>
        <p:spPr>
          <a:xfrm rot="5400000" flipH="1" flipV="1">
            <a:off x="36679188" y="14898702"/>
            <a:ext cx="381000" cy="2766695"/>
          </a:xfrm>
          <a:prstGeom prst="curvedConnector3">
            <a:avLst>
              <a:gd name="adj1" fmla="val -171666"/>
            </a:avLst>
          </a:prstGeom>
          <a:ln w="44450" cmpd="sng">
            <a:solidFill>
              <a:srgbClr val="00B050"/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5" name="曲线连接符 674">
            <a:extLst>
              <a:ext uri="{FF2B5EF4-FFF2-40B4-BE49-F238E27FC236}">
                <a16:creationId xmlns:a16="http://schemas.microsoft.com/office/drawing/2014/main" id="{BDFD6A8E-3EBC-B3C7-7F60-1BA3BF18DD11}"/>
              </a:ext>
            </a:extLst>
          </p:cNvPr>
          <p:cNvCxnSpPr>
            <a:stCxn id="660" idx="2"/>
            <a:endCxn id="664" idx="2"/>
          </p:cNvCxnSpPr>
          <p:nvPr/>
        </p:nvCxnSpPr>
        <p:spPr>
          <a:xfrm rot="5400000" flipH="1" flipV="1">
            <a:off x="36778579" y="13964299"/>
            <a:ext cx="1216025" cy="3800475"/>
          </a:xfrm>
          <a:prstGeom prst="curvedConnector3">
            <a:avLst>
              <a:gd name="adj1" fmla="val -68929"/>
            </a:avLst>
          </a:prstGeom>
          <a:ln w="44450" cmpd="sng">
            <a:solidFill>
              <a:srgbClr val="00B050"/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6" name="曲线连接符 675">
            <a:extLst>
              <a:ext uri="{FF2B5EF4-FFF2-40B4-BE49-F238E27FC236}">
                <a16:creationId xmlns:a16="http://schemas.microsoft.com/office/drawing/2014/main" id="{D6ED71B3-53C7-F032-3913-D8498FB5C876}"/>
              </a:ext>
            </a:extLst>
          </p:cNvPr>
          <p:cNvCxnSpPr>
            <a:stCxn id="662" idx="2"/>
            <a:endCxn id="663" idx="2"/>
          </p:cNvCxnSpPr>
          <p:nvPr/>
        </p:nvCxnSpPr>
        <p:spPr>
          <a:xfrm rot="5400000" flipH="1" flipV="1">
            <a:off x="37382147" y="15598458"/>
            <a:ext cx="377825" cy="1363980"/>
          </a:xfrm>
          <a:prstGeom prst="curvedConnector3">
            <a:avLst>
              <a:gd name="adj1" fmla="val -20000"/>
            </a:avLst>
          </a:prstGeom>
          <a:ln w="44450" cmpd="sng">
            <a:solidFill>
              <a:srgbClr val="00B050"/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7" name="曲线连接符 676">
            <a:extLst>
              <a:ext uri="{FF2B5EF4-FFF2-40B4-BE49-F238E27FC236}">
                <a16:creationId xmlns:a16="http://schemas.microsoft.com/office/drawing/2014/main" id="{190A5D7B-ACB5-9CBB-7D9E-65E4707ED898}"/>
              </a:ext>
            </a:extLst>
          </p:cNvPr>
          <p:cNvCxnSpPr>
            <a:stCxn id="662" idx="2"/>
            <a:endCxn id="664" idx="2"/>
          </p:cNvCxnSpPr>
          <p:nvPr/>
        </p:nvCxnSpPr>
        <p:spPr>
          <a:xfrm rot="5400000" flipH="1" flipV="1">
            <a:off x="37481510" y="14664055"/>
            <a:ext cx="1212850" cy="2397760"/>
          </a:xfrm>
          <a:prstGeom prst="curvedConnector3">
            <a:avLst>
              <a:gd name="adj1" fmla="val -35811"/>
            </a:avLst>
          </a:prstGeom>
          <a:ln w="44450" cmpd="sng">
            <a:solidFill>
              <a:srgbClr val="00B050"/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8" name="曲线连接符 677">
            <a:extLst>
              <a:ext uri="{FF2B5EF4-FFF2-40B4-BE49-F238E27FC236}">
                <a16:creationId xmlns:a16="http://schemas.microsoft.com/office/drawing/2014/main" id="{6F6752A7-5CCD-6D79-7823-163D50AF4256}"/>
              </a:ext>
            </a:extLst>
          </p:cNvPr>
          <p:cNvCxnSpPr>
            <a:stCxn id="663" idx="2"/>
            <a:endCxn id="664" idx="2"/>
          </p:cNvCxnSpPr>
          <p:nvPr/>
        </p:nvCxnSpPr>
        <p:spPr>
          <a:xfrm rot="5400000" flipH="1" flipV="1">
            <a:off x="38352744" y="15156815"/>
            <a:ext cx="835025" cy="1033780"/>
          </a:xfrm>
          <a:prstGeom prst="curvedConnector3">
            <a:avLst>
              <a:gd name="adj1" fmla="val -13346"/>
            </a:avLst>
          </a:prstGeom>
          <a:ln w="44450" cmpd="sng">
            <a:solidFill>
              <a:srgbClr val="00B050"/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9" name="曲线连接符 678">
            <a:extLst>
              <a:ext uri="{FF2B5EF4-FFF2-40B4-BE49-F238E27FC236}">
                <a16:creationId xmlns:a16="http://schemas.microsoft.com/office/drawing/2014/main" id="{B40F70FD-4888-2406-774B-728F48BBAF0C}"/>
              </a:ext>
            </a:extLst>
          </p:cNvPr>
          <p:cNvCxnSpPr>
            <a:stCxn id="666" idx="2"/>
            <a:endCxn id="660" idx="0"/>
          </p:cNvCxnSpPr>
          <p:nvPr/>
        </p:nvCxnSpPr>
        <p:spPr>
          <a:xfrm rot="5400000" flipV="1">
            <a:off x="34129994" y="14120509"/>
            <a:ext cx="1641475" cy="1071245"/>
          </a:xfrm>
          <a:prstGeom prst="curvedConnector3">
            <a:avLst>
              <a:gd name="adj1" fmla="val 50019"/>
            </a:avLst>
          </a:prstGeom>
          <a:ln w="44450" cmpd="sng">
            <a:solidFill>
              <a:srgbClr val="C00000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0" name="直接连接符 679">
            <a:extLst>
              <a:ext uri="{FF2B5EF4-FFF2-40B4-BE49-F238E27FC236}">
                <a16:creationId xmlns:a16="http://schemas.microsoft.com/office/drawing/2014/main" id="{98488FD1-9062-9280-81F3-BC75AF08D3B7}"/>
              </a:ext>
            </a:extLst>
          </p:cNvPr>
          <p:cNvCxnSpPr>
            <a:stCxn id="665" idx="2"/>
            <a:endCxn id="660" idx="0"/>
          </p:cNvCxnSpPr>
          <p:nvPr/>
        </p:nvCxnSpPr>
        <p:spPr>
          <a:xfrm>
            <a:off x="35452699" y="12790819"/>
            <a:ext cx="33655" cy="2686685"/>
          </a:xfrm>
          <a:prstGeom prst="line">
            <a:avLst/>
          </a:prstGeom>
          <a:ln w="44450" cmpd="sng">
            <a:solidFill>
              <a:srgbClr val="C00000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1" name="曲线连接符 680">
            <a:extLst>
              <a:ext uri="{FF2B5EF4-FFF2-40B4-BE49-F238E27FC236}">
                <a16:creationId xmlns:a16="http://schemas.microsoft.com/office/drawing/2014/main" id="{D8B3295D-12F2-D21C-3C2E-E8921DC61A90}"/>
              </a:ext>
            </a:extLst>
          </p:cNvPr>
          <p:cNvCxnSpPr>
            <a:stCxn id="659" idx="2"/>
            <a:endCxn id="660" idx="0"/>
          </p:cNvCxnSpPr>
          <p:nvPr/>
        </p:nvCxnSpPr>
        <p:spPr>
          <a:xfrm rot="5400000">
            <a:off x="34559254" y="13307060"/>
            <a:ext cx="3098165" cy="1243330"/>
          </a:xfrm>
          <a:prstGeom prst="curvedConnector3">
            <a:avLst>
              <a:gd name="adj1" fmla="val 50000"/>
            </a:avLst>
          </a:prstGeom>
          <a:ln w="38100" cmpd="sng">
            <a:solidFill>
              <a:srgbClr val="C00000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2" name="曲线连接符 681">
            <a:extLst>
              <a:ext uri="{FF2B5EF4-FFF2-40B4-BE49-F238E27FC236}">
                <a16:creationId xmlns:a16="http://schemas.microsoft.com/office/drawing/2014/main" id="{6E96EC5C-B467-F15F-6F8B-0917E4C42B45}"/>
              </a:ext>
            </a:extLst>
          </p:cNvPr>
          <p:cNvCxnSpPr>
            <a:stCxn id="661" idx="2"/>
            <a:endCxn id="660" idx="0"/>
          </p:cNvCxnSpPr>
          <p:nvPr/>
        </p:nvCxnSpPr>
        <p:spPr>
          <a:xfrm rot="5400000">
            <a:off x="35267914" y="12683490"/>
            <a:ext cx="3013075" cy="2575560"/>
          </a:xfrm>
          <a:prstGeom prst="curvedConnector3">
            <a:avLst>
              <a:gd name="adj1" fmla="val 50000"/>
            </a:avLst>
          </a:prstGeom>
          <a:ln w="44450" cmpd="sng">
            <a:solidFill>
              <a:srgbClr val="C00000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5" name="图片 24" descr="target node">
            <a:extLst>
              <a:ext uri="{FF2B5EF4-FFF2-40B4-BE49-F238E27FC236}">
                <a16:creationId xmlns:a16="http://schemas.microsoft.com/office/drawing/2014/main" id="{E8432419-A0EA-64D8-90FB-CD5D694AEA9D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8863286" y="11903091"/>
            <a:ext cx="1080135" cy="1080135"/>
          </a:xfrm>
          <a:prstGeom prst="rect">
            <a:avLst/>
          </a:prstGeom>
        </p:spPr>
      </p:pic>
      <p:cxnSp>
        <p:nvCxnSpPr>
          <p:cNvPr id="27" name="曲线连接符 26">
            <a:extLst>
              <a:ext uri="{FF2B5EF4-FFF2-40B4-BE49-F238E27FC236}">
                <a16:creationId xmlns:a16="http://schemas.microsoft.com/office/drawing/2014/main" id="{4B8CCAE1-85AF-DCA3-E252-CA9725E0DBC5}"/>
              </a:ext>
            </a:extLst>
          </p:cNvPr>
          <p:cNvCxnSpPr>
            <a:stCxn id="666" idx="0"/>
            <a:endCxn id="25" idx="0"/>
          </p:cNvCxnSpPr>
          <p:nvPr/>
        </p:nvCxnSpPr>
        <p:spPr>
          <a:xfrm rot="16200000">
            <a:off x="36482671" y="9834880"/>
            <a:ext cx="852805" cy="4988560"/>
          </a:xfrm>
          <a:prstGeom prst="curvedConnector3">
            <a:avLst>
              <a:gd name="adj1" fmla="val 268763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曲线连接符 27">
            <a:extLst>
              <a:ext uri="{FF2B5EF4-FFF2-40B4-BE49-F238E27FC236}">
                <a16:creationId xmlns:a16="http://schemas.microsoft.com/office/drawing/2014/main" id="{56227A40-FDF3-2C89-206C-8E8AB7E019D8}"/>
              </a:ext>
            </a:extLst>
          </p:cNvPr>
          <p:cNvCxnSpPr>
            <a:stCxn id="665" idx="0"/>
            <a:endCxn id="25" idx="0"/>
          </p:cNvCxnSpPr>
          <p:nvPr/>
        </p:nvCxnSpPr>
        <p:spPr>
          <a:xfrm rot="16200000" flipH="1">
            <a:off x="37374211" y="9873615"/>
            <a:ext cx="107315" cy="3950970"/>
          </a:xfrm>
          <a:prstGeom prst="curvedConnector3">
            <a:avLst>
              <a:gd name="adj1" fmla="val -1073668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曲线连接符 28">
            <a:extLst>
              <a:ext uri="{FF2B5EF4-FFF2-40B4-BE49-F238E27FC236}">
                <a16:creationId xmlns:a16="http://schemas.microsoft.com/office/drawing/2014/main" id="{84ED33D5-0DB5-6EB2-5B29-C3D228846EA7}"/>
              </a:ext>
            </a:extLst>
          </p:cNvPr>
          <p:cNvCxnSpPr>
            <a:stCxn id="659" idx="0"/>
            <a:endCxn id="25" idx="0"/>
          </p:cNvCxnSpPr>
          <p:nvPr/>
        </p:nvCxnSpPr>
        <p:spPr>
          <a:xfrm rot="16200000" flipH="1">
            <a:off x="37806646" y="10306701"/>
            <a:ext cx="518795" cy="2673985"/>
          </a:xfrm>
          <a:prstGeom prst="curvedConnector3">
            <a:avLst>
              <a:gd name="adj1" fmla="val -92900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曲线连接符 29">
            <a:extLst>
              <a:ext uri="{FF2B5EF4-FFF2-40B4-BE49-F238E27FC236}">
                <a16:creationId xmlns:a16="http://schemas.microsoft.com/office/drawing/2014/main" id="{CD23BEB2-C13B-8318-3A62-DD41C2573E90}"/>
              </a:ext>
            </a:extLst>
          </p:cNvPr>
          <p:cNvCxnSpPr>
            <a:stCxn id="661" idx="0"/>
            <a:endCxn id="25" idx="0"/>
          </p:cNvCxnSpPr>
          <p:nvPr/>
        </p:nvCxnSpPr>
        <p:spPr>
          <a:xfrm rot="16200000" flipH="1">
            <a:off x="38472761" y="10972816"/>
            <a:ext cx="518795" cy="1341755"/>
          </a:xfrm>
          <a:prstGeom prst="curvedConnector3">
            <a:avLst>
              <a:gd name="adj1" fmla="val -12974"/>
            </a:avLst>
          </a:prstGeom>
          <a:ln w="44450" cmpd="sng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曲线连接符 30">
            <a:extLst>
              <a:ext uri="{FF2B5EF4-FFF2-40B4-BE49-F238E27FC236}">
                <a16:creationId xmlns:a16="http://schemas.microsoft.com/office/drawing/2014/main" id="{3A979B93-EAA1-66BE-21C3-E980C78A5F8C}"/>
              </a:ext>
            </a:extLst>
          </p:cNvPr>
          <p:cNvCxnSpPr>
            <a:cxnSpLocks/>
          </p:cNvCxnSpPr>
          <p:nvPr/>
        </p:nvCxnSpPr>
        <p:spPr>
          <a:xfrm rot="5400000">
            <a:off x="36178490" y="12280121"/>
            <a:ext cx="2494280" cy="3917315"/>
          </a:xfrm>
          <a:prstGeom prst="curvedConnector3">
            <a:avLst>
              <a:gd name="adj1" fmla="val 49987"/>
            </a:avLst>
          </a:prstGeom>
          <a:ln w="44450" cmpd="sng">
            <a:solidFill>
              <a:srgbClr val="C00000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24EDD29-AA0F-9241-4788-92E502C72529}"/>
                  </a:ext>
                </a:extLst>
              </p:cNvPr>
              <p:cNvSpPr txBox="1"/>
              <p:nvPr/>
            </p:nvSpPr>
            <p:spPr>
              <a:xfrm>
                <a:off x="11115377" y="11911909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𝑋</m:t>
                          </m:r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24EDD29-AA0F-9241-4788-92E502C72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5377" y="11911909"/>
                <a:ext cx="1318895" cy="447040"/>
              </a:xfrm>
              <a:prstGeom prst="rect">
                <a:avLst/>
              </a:prstGeom>
              <a:blipFill>
                <a:blip r:embed="rId73"/>
                <a:stretch>
                  <a:fillRect r="-1382" b="-130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E6231FC5-4FF0-BF15-9BBE-3B98CB9E461C}"/>
                  </a:ext>
                </a:extLst>
              </p:cNvPr>
              <p:cNvSpPr txBox="1"/>
              <p:nvPr/>
            </p:nvSpPr>
            <p:spPr>
              <a:xfrm>
                <a:off x="11112835" y="13694354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𝑋</m:t>
                          </m:r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E6231FC5-4FF0-BF15-9BBE-3B98CB9E4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835" y="13694354"/>
                <a:ext cx="1318895" cy="447040"/>
              </a:xfrm>
              <a:prstGeom prst="rect">
                <a:avLst/>
              </a:prstGeom>
              <a:blipFill>
                <a:blip r:embed="rId74"/>
                <a:stretch>
                  <a:fillRect r="-1389" b="-1270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3B708D0-91F5-3100-8CAB-752139F7F4D8}"/>
                  </a:ext>
                </a:extLst>
              </p:cNvPr>
              <p:cNvSpPr txBox="1"/>
              <p:nvPr/>
            </p:nvSpPr>
            <p:spPr>
              <a:xfrm>
                <a:off x="11115375" y="15945429"/>
                <a:ext cx="1318895" cy="4470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𝑋</m:t>
                          </m:r>
                        </m:e>
                        <m:sub>
                          <m:r>
                            <a:rPr lang="zh-CN" altLang="en-US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altLang="zh-CN" sz="4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3B708D0-91F5-3100-8CAB-752139F7F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5375" y="15945429"/>
                <a:ext cx="1318895" cy="447040"/>
              </a:xfrm>
              <a:prstGeom prst="rect">
                <a:avLst/>
              </a:prstGeom>
              <a:blipFill>
                <a:blip r:embed="rId75"/>
                <a:stretch>
                  <a:fillRect b="-1287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9D129C58-D4B7-6A7A-2482-E7E6FD1AAC5F}"/>
              </a:ext>
            </a:extLst>
          </p:cNvPr>
          <p:cNvCxnSpPr/>
          <p:nvPr/>
        </p:nvCxnSpPr>
        <p:spPr>
          <a:xfrm flipH="1">
            <a:off x="8120306" y="1089678"/>
            <a:ext cx="91438" cy="16313785"/>
          </a:xfrm>
          <a:prstGeom prst="line">
            <a:avLst/>
          </a:prstGeom>
          <a:ln w="63500" cmpd="sng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9E4B6FC-49D7-E0BF-B230-70099E841D78}"/>
                  </a:ext>
                </a:extLst>
              </p:cNvPr>
              <p:cNvSpPr txBox="1"/>
              <p:nvPr/>
            </p:nvSpPr>
            <p:spPr>
              <a:xfrm>
                <a:off x="17613115" y="2830415"/>
                <a:ext cx="1553845" cy="657225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l-GR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altLang="zh-CN" sz="4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</m:oMath>
                  </m:oMathPara>
                </a14:m>
                <a:endParaRPr lang="en-US" altLang="zh-CN" sz="4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9E4B6FC-49D7-E0BF-B230-70099E841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3115" y="2830415"/>
                <a:ext cx="1553845" cy="657225"/>
              </a:xfrm>
              <a:prstGeom prst="rect">
                <a:avLst/>
              </a:prstGeom>
              <a:blipFill>
                <a:blip r:embed="rId76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915984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193.25,&quot;top&quot;:32.4,&quot;width&quot;:357.9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193.25,&quot;top&quot;:32.4,&quot;width&quot;:357.9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193.25,&quot;top&quot;:32.4,&quot;width&quot;:357.9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193.25,&quot;top&quot;:32.4,&quot;width&quot;:357.9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314</TotalTime>
  <Words>176</Words>
  <Application>Microsoft Office PowerPoint</Application>
  <PresentationFormat>自定义</PresentationFormat>
  <Paragraphs>97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Cambria Math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ypWu</dc:creator>
  <cp:lastModifiedBy>祥润 孟</cp:lastModifiedBy>
  <cp:revision>191</cp:revision>
  <dcterms:created xsi:type="dcterms:W3CDTF">2019-06-19T02:08:00Z</dcterms:created>
  <dcterms:modified xsi:type="dcterms:W3CDTF">2026-05-26T07:14:54Z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89C30E66D53945E1B5649EB20D1AE7F3_13</vt:lpwstr>
  </property>
</Properties>
</file>