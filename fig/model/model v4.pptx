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2.svg" ContentType="image/svg+xml"/>
  <Override PartName="/ppt/media/image15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43199685" cy="1673987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72" userDrawn="1">
          <p15:clr>
            <a:srgbClr val="A4A3A4"/>
          </p15:clr>
        </p15:guide>
        <p15:guide id="2" pos="1360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5272"/>
        <p:guide pos="13606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4247749" y="2232016"/>
            <a:ext cx="34721843" cy="627425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14645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4247749" y="8690803"/>
            <a:ext cx="34721843" cy="3594073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5860" spc="200"/>
            </a:lvl1pPr>
            <a:lvl2pPr marL="1115695" indent="0" algn="ctr">
              <a:buNone/>
              <a:defRPr sz="4880"/>
            </a:lvl2pPr>
            <a:lvl3pPr marL="2232025" indent="0" algn="ctr">
              <a:buNone/>
              <a:defRPr sz="4395"/>
            </a:lvl3pPr>
            <a:lvl4pPr marL="3347720" indent="0" algn="ctr">
              <a:buNone/>
              <a:defRPr sz="3905"/>
            </a:lvl4pPr>
            <a:lvl5pPr marL="4463415" indent="0" algn="ctr">
              <a:buNone/>
              <a:defRPr sz="3905"/>
            </a:lvl5pPr>
            <a:lvl6pPr marL="5580380" indent="0" algn="ctr">
              <a:buNone/>
              <a:defRPr sz="3905"/>
            </a:lvl6pPr>
            <a:lvl7pPr marL="6696075" indent="0" algn="ctr">
              <a:buNone/>
              <a:defRPr sz="3905"/>
            </a:lvl7pPr>
            <a:lvl8pPr marL="7812405" indent="0" algn="ctr">
              <a:buNone/>
              <a:defRPr sz="3905"/>
            </a:lvl8pPr>
            <a:lvl9pPr marL="8928100" indent="0" algn="ctr">
              <a:buNone/>
              <a:defRPr sz="3905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2155765" y="1485082"/>
            <a:ext cx="38867544" cy="1722343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2155765" y="3638011"/>
            <a:ext cx="38867544" cy="11617029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7054070" y="9393800"/>
            <a:ext cx="27527457" cy="187173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1074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7054070" y="11265530"/>
            <a:ext cx="27527457" cy="2117779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439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1115695" indent="0">
              <a:buNone/>
              <a:defRPr sz="3905">
                <a:solidFill>
                  <a:schemeClr val="tx1">
                    <a:tint val="75000"/>
                  </a:schemeClr>
                </a:solidFill>
              </a:defRPr>
            </a:lvl2pPr>
            <a:lvl3pPr marL="2232025" indent="0">
              <a:buNone/>
              <a:defRPr sz="3905">
                <a:solidFill>
                  <a:schemeClr val="tx1">
                    <a:tint val="75000"/>
                  </a:schemeClr>
                </a:solidFill>
              </a:defRPr>
            </a:lvl3pPr>
            <a:lvl4pPr marL="3347720" indent="0">
              <a:buNone/>
              <a:defRPr sz="3905">
                <a:solidFill>
                  <a:schemeClr val="tx1">
                    <a:tint val="75000"/>
                  </a:schemeClr>
                </a:solidFill>
              </a:defRPr>
            </a:lvl4pPr>
            <a:lvl5pPr marL="4463415" indent="0">
              <a:buNone/>
              <a:defRPr sz="3905">
                <a:solidFill>
                  <a:schemeClr val="tx1">
                    <a:tint val="75000"/>
                  </a:schemeClr>
                </a:solidFill>
              </a:defRPr>
            </a:lvl5pPr>
            <a:lvl6pPr marL="5580380" indent="0">
              <a:buNone/>
              <a:defRPr sz="3905">
                <a:solidFill>
                  <a:schemeClr val="tx1">
                    <a:tint val="75000"/>
                  </a:schemeClr>
                </a:solidFill>
              </a:defRPr>
            </a:lvl6pPr>
            <a:lvl7pPr marL="6696075" indent="0">
              <a:buNone/>
              <a:defRPr sz="3905">
                <a:solidFill>
                  <a:schemeClr val="tx1">
                    <a:tint val="75000"/>
                  </a:schemeClr>
                </a:solidFill>
              </a:defRPr>
            </a:lvl7pPr>
            <a:lvl8pPr marL="7812405" indent="0">
              <a:buNone/>
              <a:defRPr sz="3905">
                <a:solidFill>
                  <a:schemeClr val="tx1">
                    <a:tint val="75000"/>
                  </a:schemeClr>
                </a:solidFill>
              </a:defRPr>
            </a:lvl8pPr>
            <a:lvl9pPr marL="8928100" indent="0">
              <a:buNone/>
              <a:defRPr sz="390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2155765" y="1485082"/>
            <a:ext cx="38867544" cy="1722343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2155765" y="3664373"/>
            <a:ext cx="18343134" cy="11590667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22718443" y="3664373"/>
            <a:ext cx="18343134" cy="11590667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2155765" y="1485082"/>
            <a:ext cx="38867544" cy="1722343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2155765" y="3488624"/>
            <a:ext cx="18929910" cy="931471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488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1115695" indent="0">
              <a:buNone/>
              <a:defRPr sz="4880" b="1"/>
            </a:lvl2pPr>
            <a:lvl3pPr marL="2232025" indent="0">
              <a:buNone/>
              <a:defRPr sz="4395" b="1"/>
            </a:lvl3pPr>
            <a:lvl4pPr marL="3347720" indent="0">
              <a:buNone/>
              <a:defRPr sz="3905" b="1"/>
            </a:lvl4pPr>
            <a:lvl5pPr marL="4463415" indent="0">
              <a:buNone/>
              <a:defRPr sz="3905" b="1"/>
            </a:lvl5pPr>
            <a:lvl6pPr marL="5580380" indent="0">
              <a:buNone/>
              <a:defRPr sz="3905" b="1"/>
            </a:lvl6pPr>
            <a:lvl7pPr marL="6696075" indent="0">
              <a:buNone/>
              <a:defRPr sz="3905" b="1"/>
            </a:lvl7pPr>
            <a:lvl8pPr marL="7812405" indent="0">
              <a:buNone/>
              <a:defRPr sz="3905" b="1"/>
            </a:lvl8pPr>
            <a:lvl9pPr marL="8928100" indent="0">
              <a:buNone/>
              <a:defRPr sz="3905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2155765" y="4525545"/>
            <a:ext cx="18929910" cy="10729495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22095348" y="3470387"/>
            <a:ext cx="18929910" cy="931471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488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1115695" indent="0">
              <a:buNone/>
              <a:defRPr sz="4880" b="1"/>
            </a:lvl2pPr>
            <a:lvl3pPr marL="2232025" indent="0">
              <a:buNone/>
              <a:defRPr sz="4395" b="1"/>
            </a:lvl3pPr>
            <a:lvl4pPr marL="3347720" indent="0">
              <a:buNone/>
              <a:defRPr sz="3905" b="1"/>
            </a:lvl4pPr>
            <a:lvl5pPr marL="4463415" indent="0">
              <a:buNone/>
              <a:defRPr sz="3905" b="1"/>
            </a:lvl5pPr>
            <a:lvl6pPr marL="5580380" indent="0">
              <a:buNone/>
              <a:defRPr sz="3905" b="1"/>
            </a:lvl6pPr>
            <a:lvl7pPr marL="6696075" indent="0">
              <a:buNone/>
              <a:defRPr sz="3905" b="1"/>
            </a:lvl7pPr>
            <a:lvl8pPr marL="7812405" indent="0">
              <a:buNone/>
              <a:defRPr sz="3905" b="1"/>
            </a:lvl8pPr>
            <a:lvl9pPr marL="8928100" indent="0">
              <a:buNone/>
              <a:defRPr sz="3905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22095348" y="4525545"/>
            <a:ext cx="18929910" cy="10729495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2155765" y="1485082"/>
            <a:ext cx="38867544" cy="1722343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2155765" y="3796185"/>
            <a:ext cx="18542542" cy="11247956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3905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22501591" y="3796185"/>
            <a:ext cx="18521718" cy="11247956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3905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36265319" y="2232016"/>
            <a:ext cx="3699241" cy="12276089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6835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3240025" y="2232016"/>
            <a:ext cx="32489542" cy="12276089"/>
          </a:xfrm>
        </p:spPr>
        <p:txBody>
          <a:bodyPr vert="eaVert" lIns="46800" tIns="46800" rIns="46800" bIns="46800"/>
          <a:lstStyle>
            <a:lvl1pPr marL="558165" indent="-558165">
              <a:spcAft>
                <a:spcPts val="1000"/>
              </a:spcAft>
              <a:defRPr spc="300"/>
            </a:lvl1pPr>
            <a:lvl2pPr marL="1673860" indent="-558165">
              <a:defRPr spc="300"/>
            </a:lvl2pPr>
            <a:lvl3pPr marL="2789555" indent="-558165">
              <a:defRPr spc="300"/>
            </a:lvl3pPr>
            <a:lvl4pPr marL="3905885" indent="-558165">
              <a:defRPr spc="300"/>
            </a:lvl4pPr>
            <a:lvl5pPr marL="5021580" indent="-558165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2155765" y="1889305"/>
            <a:ext cx="38880300" cy="1338331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4247749" y="6063351"/>
            <a:ext cx="34721843" cy="2486853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14645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4247749" y="8690803"/>
            <a:ext cx="34721843" cy="1151158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586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2155765" y="1485082"/>
            <a:ext cx="38867544" cy="1722343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2155765" y="3638011"/>
            <a:ext cx="38867544" cy="11617029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2168521" y="15413214"/>
            <a:ext cx="9567003" cy="7732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4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14584365" y="15413214"/>
            <a:ext cx="14031604" cy="7732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4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31456306" y="15413214"/>
            <a:ext cx="9567003" cy="7732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4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2232025" rtl="0" eaLnBrk="1" fontAlgn="auto" latinLnBrk="0" hangingPunct="1">
        <a:lnSpc>
          <a:spcPct val="100000"/>
        </a:lnSpc>
        <a:spcBef>
          <a:spcPct val="0"/>
        </a:spcBef>
        <a:buNone/>
        <a:defRPr sz="8785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558165" indent="-558165" algn="l" defTabSz="2232025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●"/>
        <a:defRPr sz="439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1673860" indent="-558165" algn="l" defTabSz="2232025" rtl="0" eaLnBrk="1" fontAlgn="auto" latinLnBrk="0" hangingPunct="1">
        <a:lnSpc>
          <a:spcPct val="120000"/>
        </a:lnSpc>
        <a:spcBef>
          <a:spcPct val="1000"/>
        </a:spcBef>
        <a:spcAft>
          <a:spcPts val="600"/>
        </a:spcAft>
        <a:buFont typeface="Arial" panose="020B0604020202020204" pitchFamily="34" charset="0"/>
        <a:buChar char="●"/>
        <a:tabLst>
          <a:tab pos="3929380" algn="l"/>
          <a:tab pos="3929380" algn="l"/>
          <a:tab pos="3929380" algn="l"/>
          <a:tab pos="3929380" algn="l"/>
        </a:tabLst>
        <a:defRPr sz="390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2789555" indent="-558165" algn="l" defTabSz="2232025" rtl="0" eaLnBrk="1" fontAlgn="auto" latinLnBrk="0" hangingPunct="1">
        <a:lnSpc>
          <a:spcPct val="120000"/>
        </a:lnSpc>
        <a:spcBef>
          <a:spcPct val="1000"/>
        </a:spcBef>
        <a:spcAft>
          <a:spcPts val="600"/>
        </a:spcAft>
        <a:buFont typeface="Arial" panose="020B0604020202020204" pitchFamily="34" charset="0"/>
        <a:buChar char="●"/>
        <a:defRPr sz="390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3905885" indent="-558165" algn="l" defTabSz="2232025" rtl="0" eaLnBrk="1" fontAlgn="auto" latinLnBrk="0" hangingPunct="1">
        <a:lnSpc>
          <a:spcPct val="120000"/>
        </a:lnSpc>
        <a:spcBef>
          <a:spcPct val="1000"/>
        </a:spcBef>
        <a:spcAft>
          <a:spcPts val="300"/>
        </a:spcAft>
        <a:buFont typeface="Wingdings" panose="05000000000000000000" charset="0"/>
        <a:buChar char=""/>
        <a:defRPr sz="342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5021580" indent="-558165" algn="l" defTabSz="2232025" rtl="0" eaLnBrk="1" fontAlgn="auto" latinLnBrk="0" hangingPunct="1">
        <a:lnSpc>
          <a:spcPct val="120000"/>
        </a:lnSpc>
        <a:spcBef>
          <a:spcPct val="1000"/>
        </a:spcBef>
        <a:spcAft>
          <a:spcPts val="300"/>
        </a:spcAft>
        <a:buFont typeface="Arial" panose="020B0604020202020204" pitchFamily="34" charset="0"/>
        <a:buChar char="•"/>
        <a:defRPr sz="342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6138545" indent="-558165" algn="l" defTabSz="2232025" rtl="0" eaLnBrk="1" latinLnBrk="0" hangingPunct="1">
        <a:lnSpc>
          <a:spcPct val="90000"/>
        </a:lnSpc>
        <a:spcBef>
          <a:spcPct val="245000"/>
        </a:spcBef>
        <a:buFont typeface="Arial" panose="020B0604020202020204" pitchFamily="34" charset="0"/>
        <a:buChar char="•"/>
        <a:defRPr sz="4395" kern="1200">
          <a:solidFill>
            <a:schemeClr val="tx1"/>
          </a:solidFill>
          <a:latin typeface="+mn-lt"/>
          <a:ea typeface="+mn-ea"/>
          <a:cs typeface="+mn-cs"/>
        </a:defRPr>
      </a:lvl6pPr>
      <a:lvl7pPr marL="7254240" indent="-558165" algn="l" defTabSz="2232025" rtl="0" eaLnBrk="1" latinLnBrk="0" hangingPunct="1">
        <a:lnSpc>
          <a:spcPct val="90000"/>
        </a:lnSpc>
        <a:spcBef>
          <a:spcPct val="245000"/>
        </a:spcBef>
        <a:buFont typeface="Arial" panose="020B0604020202020204" pitchFamily="34" charset="0"/>
        <a:buChar char="•"/>
        <a:defRPr sz="4395" kern="1200">
          <a:solidFill>
            <a:schemeClr val="tx1"/>
          </a:solidFill>
          <a:latin typeface="+mn-lt"/>
          <a:ea typeface="+mn-ea"/>
          <a:cs typeface="+mn-cs"/>
        </a:defRPr>
      </a:lvl7pPr>
      <a:lvl8pPr marL="8369935" indent="-558165" algn="l" defTabSz="2232025" rtl="0" eaLnBrk="1" latinLnBrk="0" hangingPunct="1">
        <a:lnSpc>
          <a:spcPct val="90000"/>
        </a:lnSpc>
        <a:spcBef>
          <a:spcPct val="245000"/>
        </a:spcBef>
        <a:buFont typeface="Arial" panose="020B0604020202020204" pitchFamily="34" charset="0"/>
        <a:buChar char="•"/>
        <a:defRPr sz="4395" kern="1200">
          <a:solidFill>
            <a:schemeClr val="tx1"/>
          </a:solidFill>
          <a:latin typeface="+mn-lt"/>
          <a:ea typeface="+mn-ea"/>
          <a:cs typeface="+mn-cs"/>
        </a:defRPr>
      </a:lvl8pPr>
      <a:lvl9pPr marL="9486265" indent="-558165" algn="l" defTabSz="2232025" rtl="0" eaLnBrk="1" latinLnBrk="0" hangingPunct="1">
        <a:lnSpc>
          <a:spcPct val="90000"/>
        </a:lnSpc>
        <a:spcBef>
          <a:spcPct val="245000"/>
        </a:spcBef>
        <a:buFont typeface="Arial" panose="020B0604020202020204" pitchFamily="34" charset="0"/>
        <a:buChar char="•"/>
        <a:defRPr sz="439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2232025" rtl="0" eaLnBrk="1" latinLnBrk="0" hangingPunct="1">
        <a:defRPr sz="4395" kern="1200">
          <a:solidFill>
            <a:schemeClr val="tx1"/>
          </a:solidFill>
          <a:latin typeface="+mn-lt"/>
          <a:ea typeface="+mn-ea"/>
          <a:cs typeface="+mn-cs"/>
        </a:defRPr>
      </a:lvl1pPr>
      <a:lvl2pPr marL="1115695" algn="l" defTabSz="2232025" rtl="0" eaLnBrk="1" latinLnBrk="0" hangingPunct="1">
        <a:defRPr sz="4395" kern="1200">
          <a:solidFill>
            <a:schemeClr val="tx1"/>
          </a:solidFill>
          <a:latin typeface="+mn-lt"/>
          <a:ea typeface="+mn-ea"/>
          <a:cs typeface="+mn-cs"/>
        </a:defRPr>
      </a:lvl2pPr>
      <a:lvl3pPr marL="2232025" algn="l" defTabSz="2232025" rtl="0" eaLnBrk="1" latinLnBrk="0" hangingPunct="1">
        <a:defRPr sz="4395" kern="1200">
          <a:solidFill>
            <a:schemeClr val="tx1"/>
          </a:solidFill>
          <a:latin typeface="+mn-lt"/>
          <a:ea typeface="+mn-ea"/>
          <a:cs typeface="+mn-cs"/>
        </a:defRPr>
      </a:lvl3pPr>
      <a:lvl4pPr marL="3347720" algn="l" defTabSz="2232025" rtl="0" eaLnBrk="1" latinLnBrk="0" hangingPunct="1">
        <a:defRPr sz="4395" kern="1200">
          <a:solidFill>
            <a:schemeClr val="tx1"/>
          </a:solidFill>
          <a:latin typeface="+mn-lt"/>
          <a:ea typeface="+mn-ea"/>
          <a:cs typeface="+mn-cs"/>
        </a:defRPr>
      </a:lvl4pPr>
      <a:lvl5pPr marL="4463415" algn="l" defTabSz="2232025" rtl="0" eaLnBrk="1" latinLnBrk="0" hangingPunct="1">
        <a:defRPr sz="4395" kern="1200">
          <a:solidFill>
            <a:schemeClr val="tx1"/>
          </a:solidFill>
          <a:latin typeface="+mn-lt"/>
          <a:ea typeface="+mn-ea"/>
          <a:cs typeface="+mn-cs"/>
        </a:defRPr>
      </a:lvl5pPr>
      <a:lvl6pPr marL="5580380" algn="l" defTabSz="2232025" rtl="0" eaLnBrk="1" latinLnBrk="0" hangingPunct="1">
        <a:defRPr sz="4395" kern="1200">
          <a:solidFill>
            <a:schemeClr val="tx1"/>
          </a:solidFill>
          <a:latin typeface="+mn-lt"/>
          <a:ea typeface="+mn-ea"/>
          <a:cs typeface="+mn-cs"/>
        </a:defRPr>
      </a:lvl6pPr>
      <a:lvl7pPr marL="6696075" algn="l" defTabSz="2232025" rtl="0" eaLnBrk="1" latinLnBrk="0" hangingPunct="1">
        <a:defRPr sz="4395" kern="1200">
          <a:solidFill>
            <a:schemeClr val="tx1"/>
          </a:solidFill>
          <a:latin typeface="+mn-lt"/>
          <a:ea typeface="+mn-ea"/>
          <a:cs typeface="+mn-cs"/>
        </a:defRPr>
      </a:lvl7pPr>
      <a:lvl8pPr marL="7812405" algn="l" defTabSz="2232025" rtl="0" eaLnBrk="1" latinLnBrk="0" hangingPunct="1">
        <a:defRPr sz="4395" kern="1200">
          <a:solidFill>
            <a:schemeClr val="tx1"/>
          </a:solidFill>
          <a:latin typeface="+mn-lt"/>
          <a:ea typeface="+mn-ea"/>
          <a:cs typeface="+mn-cs"/>
        </a:defRPr>
      </a:lvl8pPr>
      <a:lvl9pPr marL="8928100" algn="l" defTabSz="2232025" rtl="0" eaLnBrk="1" latinLnBrk="0" hangingPunct="1">
        <a:defRPr sz="439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3" Type="http://schemas.openxmlformats.org/officeDocument/2006/relationships/slideLayout" Target="../slideLayouts/slideLayout1.xml"/><Relationship Id="rId72" Type="http://schemas.openxmlformats.org/officeDocument/2006/relationships/tags" Target="../tags/tag79.xml"/><Relationship Id="rId71" Type="http://schemas.openxmlformats.org/officeDocument/2006/relationships/image" Target="../media/image55.png"/><Relationship Id="rId70" Type="http://schemas.openxmlformats.org/officeDocument/2006/relationships/image" Target="../media/image54.png"/><Relationship Id="rId7" Type="http://schemas.openxmlformats.org/officeDocument/2006/relationships/image" Target="../media/image7.png"/><Relationship Id="rId69" Type="http://schemas.openxmlformats.org/officeDocument/2006/relationships/image" Target="../media/image53.png"/><Relationship Id="rId68" Type="http://schemas.openxmlformats.org/officeDocument/2006/relationships/image" Target="../media/image52.png"/><Relationship Id="rId67" Type="http://schemas.openxmlformats.org/officeDocument/2006/relationships/tags" Target="../tags/tag78.xml"/><Relationship Id="rId66" Type="http://schemas.openxmlformats.org/officeDocument/2006/relationships/tags" Target="../tags/tag77.xml"/><Relationship Id="rId65" Type="http://schemas.openxmlformats.org/officeDocument/2006/relationships/tags" Target="../tags/tag76.xml"/><Relationship Id="rId64" Type="http://schemas.openxmlformats.org/officeDocument/2006/relationships/tags" Target="../tags/tag75.xml"/><Relationship Id="rId63" Type="http://schemas.openxmlformats.org/officeDocument/2006/relationships/tags" Target="../tags/tag74.xml"/><Relationship Id="rId62" Type="http://schemas.openxmlformats.org/officeDocument/2006/relationships/tags" Target="../tags/tag73.xml"/><Relationship Id="rId61" Type="http://schemas.openxmlformats.org/officeDocument/2006/relationships/tags" Target="../tags/tag72.xml"/><Relationship Id="rId60" Type="http://schemas.openxmlformats.org/officeDocument/2006/relationships/tags" Target="../tags/tag71.xml"/><Relationship Id="rId6" Type="http://schemas.openxmlformats.org/officeDocument/2006/relationships/image" Target="../media/image6.png"/><Relationship Id="rId59" Type="http://schemas.openxmlformats.org/officeDocument/2006/relationships/tags" Target="../tags/tag70.xml"/><Relationship Id="rId58" Type="http://schemas.openxmlformats.org/officeDocument/2006/relationships/tags" Target="../tags/tag69.xml"/><Relationship Id="rId57" Type="http://schemas.openxmlformats.org/officeDocument/2006/relationships/tags" Target="../tags/tag68.xml"/><Relationship Id="rId56" Type="http://schemas.openxmlformats.org/officeDocument/2006/relationships/tags" Target="../tags/tag67.xml"/><Relationship Id="rId55" Type="http://schemas.openxmlformats.org/officeDocument/2006/relationships/tags" Target="../tags/tag66.xml"/><Relationship Id="rId54" Type="http://schemas.openxmlformats.org/officeDocument/2006/relationships/tags" Target="../tags/tag65.xml"/><Relationship Id="rId53" Type="http://schemas.openxmlformats.org/officeDocument/2006/relationships/tags" Target="../tags/tag64.xml"/><Relationship Id="rId52" Type="http://schemas.openxmlformats.org/officeDocument/2006/relationships/tags" Target="../tags/tag63.xml"/><Relationship Id="rId51" Type="http://schemas.openxmlformats.org/officeDocument/2006/relationships/image" Target="../media/image51.png"/><Relationship Id="rId50" Type="http://schemas.openxmlformats.org/officeDocument/2006/relationships/image" Target="../media/image50.png"/><Relationship Id="rId5" Type="http://schemas.openxmlformats.org/officeDocument/2006/relationships/image" Target="../media/image5.png"/><Relationship Id="rId49" Type="http://schemas.openxmlformats.org/officeDocument/2006/relationships/image" Target="../media/image49.png"/><Relationship Id="rId48" Type="http://schemas.openxmlformats.org/officeDocument/2006/relationships/image" Target="../media/image48.png"/><Relationship Id="rId47" Type="http://schemas.openxmlformats.org/officeDocument/2006/relationships/image" Target="../media/image47.png"/><Relationship Id="rId46" Type="http://schemas.openxmlformats.org/officeDocument/2006/relationships/image" Target="../media/image46.png"/><Relationship Id="rId45" Type="http://schemas.openxmlformats.org/officeDocument/2006/relationships/image" Target="../media/image45.png"/><Relationship Id="rId44" Type="http://schemas.openxmlformats.org/officeDocument/2006/relationships/image" Target="../media/image44.png"/><Relationship Id="rId43" Type="http://schemas.openxmlformats.org/officeDocument/2006/relationships/image" Target="../media/image43.png"/><Relationship Id="rId42" Type="http://schemas.openxmlformats.org/officeDocument/2006/relationships/image" Target="../media/image42.png"/><Relationship Id="rId41" Type="http://schemas.openxmlformats.org/officeDocument/2006/relationships/image" Target="../media/image41.png"/><Relationship Id="rId40" Type="http://schemas.openxmlformats.org/officeDocument/2006/relationships/image" Target="../media/image40.png"/><Relationship Id="rId4" Type="http://schemas.openxmlformats.org/officeDocument/2006/relationships/image" Target="../media/image4.png"/><Relationship Id="rId39" Type="http://schemas.openxmlformats.org/officeDocument/2006/relationships/image" Target="../media/image39.png"/><Relationship Id="rId38" Type="http://schemas.openxmlformats.org/officeDocument/2006/relationships/image" Target="../media/image38.png"/><Relationship Id="rId37" Type="http://schemas.openxmlformats.org/officeDocument/2006/relationships/image" Target="../media/image37.png"/><Relationship Id="rId36" Type="http://schemas.openxmlformats.org/officeDocument/2006/relationships/image" Target="../media/image36.png"/><Relationship Id="rId35" Type="http://schemas.openxmlformats.org/officeDocument/2006/relationships/image" Target="../media/image35.png"/><Relationship Id="rId34" Type="http://schemas.openxmlformats.org/officeDocument/2006/relationships/image" Target="../media/image34.png"/><Relationship Id="rId33" Type="http://schemas.openxmlformats.org/officeDocument/2006/relationships/image" Target="../media/image33.png"/><Relationship Id="rId32" Type="http://schemas.openxmlformats.org/officeDocument/2006/relationships/image" Target="../media/image32.png"/><Relationship Id="rId31" Type="http://schemas.openxmlformats.org/officeDocument/2006/relationships/image" Target="../media/image31.png"/><Relationship Id="rId30" Type="http://schemas.openxmlformats.org/officeDocument/2006/relationships/image" Target="../media/image30.png"/><Relationship Id="rId3" Type="http://schemas.openxmlformats.org/officeDocument/2006/relationships/image" Target="../media/image3.png"/><Relationship Id="rId29" Type="http://schemas.openxmlformats.org/officeDocument/2006/relationships/image" Target="../media/image29.png"/><Relationship Id="rId28" Type="http://schemas.openxmlformats.org/officeDocument/2006/relationships/image" Target="../media/image28.png"/><Relationship Id="rId27" Type="http://schemas.openxmlformats.org/officeDocument/2006/relationships/image" Target="../media/image27.png"/><Relationship Id="rId26" Type="http://schemas.openxmlformats.org/officeDocument/2006/relationships/image" Target="../media/image26.png"/><Relationship Id="rId25" Type="http://schemas.openxmlformats.org/officeDocument/2006/relationships/image" Target="../media/image25.png"/><Relationship Id="rId24" Type="http://schemas.openxmlformats.org/officeDocument/2006/relationships/image" Target="../media/image24.png"/><Relationship Id="rId23" Type="http://schemas.openxmlformats.org/officeDocument/2006/relationships/image" Target="../media/image23.png"/><Relationship Id="rId22" Type="http://schemas.openxmlformats.org/officeDocument/2006/relationships/image" Target="../media/image22.png"/><Relationship Id="rId21" Type="http://schemas.openxmlformats.org/officeDocument/2006/relationships/image" Target="../media/image21.png"/><Relationship Id="rId20" Type="http://schemas.openxmlformats.org/officeDocument/2006/relationships/image" Target="../media/image20.png"/><Relationship Id="rId2" Type="http://schemas.openxmlformats.org/officeDocument/2006/relationships/image" Target="../media/image2.png"/><Relationship Id="rId19" Type="http://schemas.openxmlformats.org/officeDocument/2006/relationships/image" Target="../media/image19.png"/><Relationship Id="rId18" Type="http://schemas.openxmlformats.org/officeDocument/2006/relationships/image" Target="../media/image18.png"/><Relationship Id="rId17" Type="http://schemas.openxmlformats.org/officeDocument/2006/relationships/image" Target="../media/image17.png"/><Relationship Id="rId16" Type="http://schemas.openxmlformats.org/officeDocument/2006/relationships/image" Target="../media/image16.png"/><Relationship Id="rId15" Type="http://schemas.openxmlformats.org/officeDocument/2006/relationships/image" Target="../media/image15.svg"/><Relationship Id="rId14" Type="http://schemas.openxmlformats.org/officeDocument/2006/relationships/image" Target="../media/image14.png"/><Relationship Id="rId13" Type="http://schemas.openxmlformats.org/officeDocument/2006/relationships/image" Target="../media/image13.png"/><Relationship Id="rId12" Type="http://schemas.openxmlformats.org/officeDocument/2006/relationships/image" Target="../media/image12.svg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圆角矩形 44"/>
          <p:cNvSpPr/>
          <p:nvPr/>
        </p:nvSpPr>
        <p:spPr>
          <a:xfrm>
            <a:off x="159403" y="202071"/>
            <a:ext cx="42833557" cy="16340331"/>
          </a:xfrm>
          <a:prstGeom prst="roundRect">
            <a:avLst>
              <a:gd name="adj" fmla="val 4182"/>
            </a:avLst>
          </a:prstGeom>
          <a:solidFill>
            <a:schemeClr val="bg1"/>
          </a:solidFill>
          <a:ln w="63500" cmpd="sng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5" name="圆角矩形 444"/>
          <p:cNvSpPr/>
          <p:nvPr/>
        </p:nvSpPr>
        <p:spPr>
          <a:xfrm>
            <a:off x="13531853" y="9435408"/>
            <a:ext cx="17771744" cy="6890385"/>
          </a:xfrm>
          <a:prstGeom prst="roundRect">
            <a:avLst>
              <a:gd name="adj" fmla="val 7668"/>
            </a:avLst>
          </a:prstGeom>
          <a:solidFill>
            <a:schemeClr val="accent3">
              <a:lumMod val="20000"/>
              <a:lumOff val="80000"/>
            </a:scheme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圆角矩形 41"/>
          <p:cNvSpPr/>
          <p:nvPr/>
        </p:nvSpPr>
        <p:spPr>
          <a:xfrm>
            <a:off x="19871071" y="13539411"/>
            <a:ext cx="3085465" cy="1492885"/>
          </a:xfrm>
          <a:prstGeom prst="roundRect">
            <a:avLst/>
          </a:prstGeom>
          <a:solidFill>
            <a:schemeClr val="bg1"/>
          </a:solidFill>
          <a:ln w="28575" cmpd="sng">
            <a:solidFill>
              <a:srgbClr val="00B05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4400" baseline="-25000">
              <a:solidFill>
                <a:schemeClr val="tx1"/>
              </a:solidFill>
            </a:endParaRPr>
          </a:p>
        </p:txBody>
      </p:sp>
      <p:cxnSp>
        <p:nvCxnSpPr>
          <p:cNvPr id="642" name="肘形连接符 641"/>
          <p:cNvCxnSpPr/>
          <p:nvPr/>
        </p:nvCxnSpPr>
        <p:spPr>
          <a:xfrm rot="16200000">
            <a:off x="22091031" y="9587865"/>
            <a:ext cx="281305" cy="1846580"/>
          </a:xfrm>
          <a:prstGeom prst="bentConnector2">
            <a:avLst/>
          </a:prstGeom>
          <a:ln w="28575" cmpd="sng">
            <a:solidFill>
              <a:schemeClr val="accent1">
                <a:lumMod val="75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7" name="圆角矩形 36"/>
          <p:cNvSpPr/>
          <p:nvPr/>
        </p:nvSpPr>
        <p:spPr>
          <a:xfrm>
            <a:off x="19892663" y="10567613"/>
            <a:ext cx="3085465" cy="1492885"/>
          </a:xfrm>
          <a:prstGeom prst="roundRect">
            <a:avLst/>
          </a:prstGeom>
          <a:solidFill>
            <a:schemeClr val="bg1"/>
          </a:solidFill>
          <a:ln w="28575" cmpd="sng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4400" baseline="-25000">
              <a:solidFill>
                <a:schemeClr val="tx1"/>
              </a:solidFill>
            </a:endParaRPr>
          </a:p>
        </p:txBody>
      </p:sp>
      <p:sp>
        <p:nvSpPr>
          <p:cNvPr id="41" name="椭圆 40"/>
          <p:cNvSpPr>
            <a:spLocks noChangeAspect="1"/>
          </p:cNvSpPr>
          <p:nvPr/>
        </p:nvSpPr>
        <p:spPr>
          <a:xfrm>
            <a:off x="33981556" y="349286"/>
            <a:ext cx="7620737" cy="7620737"/>
          </a:xfrm>
          <a:prstGeom prst="ellipse">
            <a:avLst/>
          </a:prstGeom>
          <a:solidFill>
            <a:schemeClr val="accent1">
              <a:lumMod val="20000"/>
              <a:lumOff val="80000"/>
              <a:alpha val="20000"/>
            </a:schemeClr>
          </a:solidFill>
          <a:ln w="63500" cmpd="sng">
            <a:solidFill>
              <a:srgbClr val="002060">
                <a:alpha val="30000"/>
              </a:srgbClr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圆角矩形 42"/>
          <p:cNvSpPr/>
          <p:nvPr/>
        </p:nvSpPr>
        <p:spPr>
          <a:xfrm>
            <a:off x="33621511" y="171577"/>
            <a:ext cx="8534399" cy="7798434"/>
          </a:xfrm>
          <a:prstGeom prst="roundRect">
            <a:avLst>
              <a:gd name="adj" fmla="val 6896"/>
            </a:avLst>
          </a:prstGeom>
          <a:noFill/>
          <a:ln w="28575" cmpd="sng">
            <a:noFill/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n>
                <a:solidFill>
                  <a:schemeClr val="tx1"/>
                </a:solidFill>
              </a:ln>
            </a:endParaRPr>
          </a:p>
        </p:txBody>
      </p:sp>
      <p:cxnSp>
        <p:nvCxnSpPr>
          <p:cNvPr id="46" name="直接连接符 45"/>
          <p:cNvCxnSpPr/>
          <p:nvPr/>
        </p:nvCxnSpPr>
        <p:spPr>
          <a:xfrm>
            <a:off x="33153646" y="4551067"/>
            <a:ext cx="2411586" cy="159717"/>
          </a:xfrm>
          <a:prstGeom prst="line">
            <a:avLst/>
          </a:prstGeom>
          <a:ln w="50800" cmpd="sng">
            <a:solidFill>
              <a:schemeClr val="tx1"/>
            </a:solidFill>
            <a:prstDash val="solid"/>
            <a:headEnd type="triangle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61" name="图片 60" descr="molecule nod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33957" y="11951276"/>
            <a:ext cx="995045" cy="995045"/>
          </a:xfrm>
          <a:prstGeom prst="rect">
            <a:avLst/>
          </a:prstGeom>
        </p:spPr>
      </p:pic>
      <p:sp>
        <p:nvSpPr>
          <p:cNvPr id="62" name="圆角矩形 61"/>
          <p:cNvSpPr/>
          <p:nvPr/>
        </p:nvSpPr>
        <p:spPr>
          <a:xfrm>
            <a:off x="14041135" y="568283"/>
            <a:ext cx="17749519" cy="7363459"/>
          </a:xfrm>
          <a:prstGeom prst="roundRect">
            <a:avLst>
              <a:gd name="adj" fmla="val 7668"/>
            </a:avLst>
          </a:prstGeom>
          <a:solidFill>
            <a:schemeClr val="accent1">
              <a:lumMod val="20000"/>
              <a:lumOff val="80000"/>
              <a:alpha val="20000"/>
            </a:schemeClr>
          </a:solidFill>
          <a:ln w="28575" cmpd="sng">
            <a:solidFill>
              <a:schemeClr val="tx1">
                <a:alpha val="20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3" name="圆角矩形 62"/>
          <p:cNvSpPr/>
          <p:nvPr/>
        </p:nvSpPr>
        <p:spPr>
          <a:xfrm>
            <a:off x="13798553" y="724493"/>
            <a:ext cx="17747614" cy="7363459"/>
          </a:xfrm>
          <a:prstGeom prst="roundRect">
            <a:avLst>
              <a:gd name="adj" fmla="val 7668"/>
            </a:avLst>
          </a:prstGeom>
          <a:solidFill>
            <a:schemeClr val="accent1">
              <a:lumMod val="20000"/>
              <a:lumOff val="80000"/>
              <a:alpha val="50000"/>
            </a:schemeClr>
          </a:solidFill>
          <a:ln w="28575" cmpd="sng">
            <a:solidFill>
              <a:schemeClr val="tx1">
                <a:alpha val="50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3" name="圆角矩形 102"/>
          <p:cNvSpPr/>
          <p:nvPr/>
        </p:nvSpPr>
        <p:spPr>
          <a:xfrm>
            <a:off x="13536310" y="892768"/>
            <a:ext cx="17767299" cy="7363459"/>
          </a:xfrm>
          <a:prstGeom prst="roundRect">
            <a:avLst>
              <a:gd name="adj" fmla="val 7668"/>
            </a:avLst>
          </a:prstGeom>
          <a:solidFill>
            <a:schemeClr val="accent1">
              <a:lumMod val="20000"/>
              <a:lumOff val="80000"/>
            </a:scheme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/>
          </a:p>
        </p:txBody>
      </p:sp>
      <p:pic>
        <p:nvPicPr>
          <p:cNvPr id="104" name="图片 103" descr="target no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486" y="1869384"/>
            <a:ext cx="1079500" cy="1079500"/>
          </a:xfrm>
          <a:prstGeom prst="rect">
            <a:avLst/>
          </a:prstGeom>
        </p:spPr>
      </p:pic>
      <p:sp>
        <p:nvSpPr>
          <p:cNvPr id="105" name="圆角矩形 104"/>
          <p:cNvSpPr/>
          <p:nvPr/>
        </p:nvSpPr>
        <p:spPr>
          <a:xfrm>
            <a:off x="13712207" y="1867495"/>
            <a:ext cx="1553845" cy="1080135"/>
          </a:xfrm>
          <a:prstGeom prst="roundRect">
            <a:avLst/>
          </a:prstGeom>
          <a:solidFill>
            <a:schemeClr val="bg1"/>
          </a:solidFill>
          <a:ln w="28575" cmpd="sng">
            <a:solidFill>
              <a:srgbClr val="0070C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4400" baseline="-2500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6" name="文本框 105"/>
              <p:cNvSpPr txBox="1"/>
              <p:nvPr/>
            </p:nvSpPr>
            <p:spPr>
              <a:xfrm>
                <a:off x="13712207" y="2071965"/>
                <a:ext cx="1553845" cy="657225"/>
              </a:xfrm>
              <a:prstGeom prst="rect">
                <a:avLst/>
              </a:prstGeom>
              <a:noFill/>
            </p:spPr>
            <p:txBody>
              <a:bodyPr wrap="none" rtlCol="0" anchor="t">
                <a:noAutofit/>
              </a:bodyPr>
              <a:p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zh-CN" altLang="en-US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𝜙</m:t>
                          </m:r>
                          <m: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4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4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CN" sz="4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</m:oMath>
                  </m:oMathPara>
                </a14:m>
                <a:endParaRPr lang="en-US" altLang="zh-CN" sz="4000" dirty="0"/>
              </a:p>
            </p:txBody>
          </p:sp>
        </mc:Choice>
        <mc:Fallback>
          <p:sp>
            <p:nvSpPr>
              <p:cNvPr id="106" name="文本框 10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2207" y="2071965"/>
                <a:ext cx="1553845" cy="657225"/>
              </a:xfrm>
              <a:prstGeom prst="rect">
                <a:avLst/>
              </a:prstGeom>
              <a:blipFill rotWithShape="1">
                <a:blip r:embed="rId3"/>
                <a:stretch>
                  <a:fillRect l="-1" t="-91" r="-4372" b="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7" name="圆角矩形 106"/>
          <p:cNvSpPr/>
          <p:nvPr/>
        </p:nvSpPr>
        <p:spPr>
          <a:xfrm>
            <a:off x="13710302" y="4015700"/>
            <a:ext cx="1553845" cy="1080135"/>
          </a:xfrm>
          <a:prstGeom prst="roundRect">
            <a:avLst/>
          </a:prstGeom>
          <a:solidFill>
            <a:schemeClr val="bg1"/>
          </a:solidFill>
          <a:ln w="28575" cmpd="sng">
            <a:solidFill>
              <a:srgbClr val="00B05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4400" baseline="-2500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5" name="文本框 114"/>
              <p:cNvSpPr txBox="1"/>
              <p:nvPr/>
            </p:nvSpPr>
            <p:spPr>
              <a:xfrm>
                <a:off x="13710302" y="4220170"/>
                <a:ext cx="1553845" cy="657225"/>
              </a:xfrm>
              <a:prstGeom prst="rect">
                <a:avLst/>
              </a:prstGeom>
              <a:noFill/>
            </p:spPr>
            <p:txBody>
              <a:bodyPr wrap="none" rtlCol="0" anchor="t">
                <a:noAutofit/>
              </a:bodyPr>
              <a:p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zh-CN" altLang="en-US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𝜙</m:t>
                          </m:r>
                          <m: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</m:oMath>
                  </m:oMathPara>
                </a14:m>
                <a:endParaRPr lang="en-US" altLang="zh-CN" sz="4000" dirty="0"/>
              </a:p>
            </p:txBody>
          </p:sp>
        </mc:Choice>
        <mc:Fallback>
          <p:sp>
            <p:nvSpPr>
              <p:cNvPr id="115" name="文本框 1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0302" y="4220170"/>
                <a:ext cx="1553845" cy="657225"/>
              </a:xfrm>
              <a:prstGeom prst="rect">
                <a:avLst/>
              </a:prstGeom>
              <a:blipFill rotWithShape="1">
                <a:blip r:embed="rId4"/>
                <a:stretch>
                  <a:fillRect l="-1" t="-91" r="1" b="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6" name="圆角矩形 115"/>
          <p:cNvSpPr/>
          <p:nvPr/>
        </p:nvSpPr>
        <p:spPr>
          <a:xfrm>
            <a:off x="13693159" y="6184862"/>
            <a:ext cx="1553845" cy="1080135"/>
          </a:xfrm>
          <a:prstGeom prst="roundRect">
            <a:avLst/>
          </a:prstGeom>
          <a:solidFill>
            <a:schemeClr val="bg1"/>
          </a:solidFill>
          <a:ln w="28575" cmpd="sng">
            <a:solidFill>
              <a:schemeClr val="accent2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4400" baseline="-2500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7" name="文本框 116"/>
              <p:cNvSpPr txBox="1"/>
              <p:nvPr/>
            </p:nvSpPr>
            <p:spPr>
              <a:xfrm>
                <a:off x="13693159" y="6319629"/>
                <a:ext cx="1553845" cy="657225"/>
              </a:xfrm>
              <a:prstGeom prst="rect">
                <a:avLst/>
              </a:prstGeom>
              <a:noFill/>
            </p:spPr>
            <p:txBody>
              <a:bodyPr wrap="none" rtlCol="0" anchor="t">
                <a:noAutofit/>
              </a:bodyPr>
              <a:p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zh-CN" altLang="en-US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𝜙</m:t>
                          </m:r>
                          <m: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4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4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CN" sz="4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</m:oMath>
                  </m:oMathPara>
                </a14:m>
                <a:endParaRPr lang="en-US" altLang="zh-CN" sz="4000" dirty="0"/>
              </a:p>
            </p:txBody>
          </p:sp>
        </mc:Choice>
        <mc:Fallback>
          <p:sp>
            <p:nvSpPr>
              <p:cNvPr id="117" name="文本框 1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93159" y="6319629"/>
                <a:ext cx="1553845" cy="657225"/>
              </a:xfrm>
              <a:prstGeom prst="rect">
                <a:avLst/>
              </a:prstGeom>
              <a:blipFill rotWithShape="1">
                <a:blip r:embed="rId5"/>
                <a:stretch>
                  <a:fillRect l="-1" t="-17" r="-4371" b="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9" name="组合 128"/>
          <p:cNvGrpSpPr/>
          <p:nvPr/>
        </p:nvGrpSpPr>
        <p:grpSpPr>
          <a:xfrm>
            <a:off x="21476501" y="1054060"/>
            <a:ext cx="1560034" cy="1080135"/>
            <a:chOff x="36654" y="-99"/>
            <a:chExt cx="3277" cy="2269"/>
          </a:xfrm>
        </p:grpSpPr>
        <p:sp>
          <p:nvSpPr>
            <p:cNvPr id="130" name="圆角矩形 129"/>
            <p:cNvSpPr/>
            <p:nvPr/>
          </p:nvSpPr>
          <p:spPr>
            <a:xfrm>
              <a:off x="36667" y="-99"/>
              <a:ext cx="3264" cy="2269"/>
            </a:xfrm>
            <a:prstGeom prst="roundRect">
              <a:avLst/>
            </a:prstGeom>
            <a:solidFill>
              <a:schemeClr val="bg1"/>
            </a:solidFill>
            <a:ln w="28575" cmpd="sng">
              <a:solidFill>
                <a:srgbClr val="0070C0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 sz="4400" baseline="-2500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1" name="文本框 130"/>
                <p:cNvSpPr txBox="1"/>
                <p:nvPr/>
              </p:nvSpPr>
              <p:spPr>
                <a:xfrm>
                  <a:off x="36654" y="223"/>
                  <a:ext cx="2919" cy="1380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no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40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40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zh-CN" altLang="el-GR" sz="4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𝜓</m:t>
                            </m:r>
                            <m:r>
                              <a:rPr lang="en-US" altLang="zh-CN" sz="40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zh-CN" sz="4000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4000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US" altLang="zh-CN" sz="4000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40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)</m:t>
                            </m:r>
                          </m:sub>
                          <m:sup>
                            <m:r>
                              <a:rPr lang="en-US" altLang="zh-CN" sz="40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𝑉</m:t>
                            </m:r>
                          </m:sup>
                        </m:sSubSup>
                      </m:oMath>
                    </m:oMathPara>
                  </a14:m>
                  <a:endParaRPr lang="en-US" altLang="zh-CN" sz="4000" dirty="0"/>
                </a:p>
              </p:txBody>
            </p:sp>
          </mc:Choice>
          <mc:Fallback>
            <p:sp>
              <p:nvSpPr>
                <p:cNvPr id="131" name="文本框 13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654" y="223"/>
                  <a:ext cx="2919" cy="1380"/>
                </a:xfrm>
                <a:prstGeom prst="rect">
                  <a:avLst/>
                </a:prstGeom>
                <a:blipFill rotWithShape="1">
                  <a:blip r:embed="rId6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32" name="圆角矩形 131"/>
          <p:cNvSpPr/>
          <p:nvPr/>
        </p:nvSpPr>
        <p:spPr>
          <a:xfrm>
            <a:off x="17734298" y="6177242"/>
            <a:ext cx="1553845" cy="1080135"/>
          </a:xfrm>
          <a:prstGeom prst="roundRect">
            <a:avLst/>
          </a:prstGeom>
          <a:solidFill>
            <a:schemeClr val="bg1"/>
          </a:solidFill>
          <a:ln w="28575" cmpd="sng">
            <a:solidFill>
              <a:schemeClr val="accent2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4400" baseline="-2500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3" name="文本框 132"/>
              <p:cNvSpPr txBox="1"/>
              <p:nvPr/>
            </p:nvSpPr>
            <p:spPr>
              <a:xfrm>
                <a:off x="17722868" y="6335992"/>
                <a:ext cx="1420495" cy="657225"/>
              </a:xfrm>
              <a:prstGeom prst="rect">
                <a:avLst/>
              </a:prstGeom>
              <a:noFill/>
            </p:spPr>
            <p:txBody>
              <a:bodyPr wrap="none" rtlCol="0" anchor="t">
                <a:no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zh-CN" altLang="el-GR" sz="4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𝜓</m:t>
                          </m:r>
                          <m: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4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4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zh-CN" sz="4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)</m:t>
                          </m:r>
                        </m:sub>
                        <m:sup>
                          <m: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𝐾</m:t>
                          </m:r>
                        </m:sup>
                      </m:sSubSup>
                    </m:oMath>
                  </m:oMathPara>
                </a14:m>
                <a:endParaRPr lang="en-US" altLang="zh-CN" sz="4000" dirty="0"/>
              </a:p>
            </p:txBody>
          </p:sp>
        </mc:Choice>
        <mc:Fallback>
          <p:sp>
            <p:nvSpPr>
              <p:cNvPr id="133" name="文本框 1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22868" y="6335992"/>
                <a:ext cx="1420495" cy="657225"/>
              </a:xfrm>
              <a:prstGeom prst="rect">
                <a:avLst/>
              </a:prstGeom>
              <a:blipFill rotWithShape="1">
                <a:blip r:embed="rId7"/>
                <a:stretch>
                  <a:fillRect l="-1" t="-91" r="-19668" b="-158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4" name="组合 133"/>
          <p:cNvGrpSpPr/>
          <p:nvPr/>
        </p:nvGrpSpPr>
        <p:grpSpPr>
          <a:xfrm>
            <a:off x="21476994" y="6991293"/>
            <a:ext cx="1572887" cy="1079976"/>
            <a:chOff x="39819" y="14456"/>
            <a:chExt cx="3304" cy="2269"/>
          </a:xfrm>
        </p:grpSpPr>
        <p:sp>
          <p:nvSpPr>
            <p:cNvPr id="135" name="圆角矩形 134"/>
            <p:cNvSpPr/>
            <p:nvPr/>
          </p:nvSpPr>
          <p:spPr>
            <a:xfrm>
              <a:off x="39859" y="14456"/>
              <a:ext cx="3264" cy="2269"/>
            </a:xfrm>
            <a:prstGeom prst="roundRect">
              <a:avLst/>
            </a:prstGeom>
            <a:solidFill>
              <a:schemeClr val="bg1"/>
            </a:solidFill>
            <a:ln w="28575" cmpd="sng">
              <a:solidFill>
                <a:schemeClr val="accent2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 sz="4400" baseline="-2500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6" name="文本框 135"/>
                <p:cNvSpPr txBox="1"/>
                <p:nvPr/>
              </p:nvSpPr>
              <p:spPr>
                <a:xfrm>
                  <a:off x="39819" y="14732"/>
                  <a:ext cx="2904" cy="1380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no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40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40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zh-CN" altLang="el-GR" sz="4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𝜓</m:t>
                            </m:r>
                            <m:r>
                              <a:rPr lang="en-US" altLang="zh-CN" sz="40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zh-CN" sz="4000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4000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US" altLang="zh-CN" sz="4000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40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)</m:t>
                            </m:r>
                          </m:sub>
                          <m:sup>
                            <m:r>
                              <a:rPr lang="en-US" altLang="zh-CN" sz="40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𝑉</m:t>
                            </m:r>
                          </m:sup>
                        </m:sSubSup>
                      </m:oMath>
                    </m:oMathPara>
                  </a14:m>
                  <a:endParaRPr lang="en-US" altLang="zh-CN" sz="4000" dirty="0"/>
                </a:p>
              </p:txBody>
            </p:sp>
          </mc:Choice>
          <mc:Fallback>
            <p:sp>
              <p:nvSpPr>
                <p:cNvPr id="136" name="文本框 13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819" y="14732"/>
                  <a:ext cx="2904" cy="1380"/>
                </a:xfrm>
                <a:prstGeom prst="rect">
                  <a:avLst/>
                </a:prstGeom>
                <a:blipFill rotWithShape="1">
                  <a:blip r:embed="rId8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37" name="圆角矩形 136"/>
          <p:cNvSpPr/>
          <p:nvPr/>
        </p:nvSpPr>
        <p:spPr>
          <a:xfrm>
            <a:off x="17740646" y="3205440"/>
            <a:ext cx="1553845" cy="1080135"/>
          </a:xfrm>
          <a:prstGeom prst="roundRect">
            <a:avLst/>
          </a:prstGeom>
          <a:solidFill>
            <a:schemeClr val="bg1"/>
          </a:solidFill>
          <a:ln w="28575" cmpd="sng">
            <a:solidFill>
              <a:srgbClr val="00B05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4400" baseline="-25000">
              <a:solidFill>
                <a:schemeClr val="tx1"/>
              </a:solidFill>
            </a:endParaRPr>
          </a:p>
        </p:txBody>
      </p:sp>
      <p:grpSp>
        <p:nvGrpSpPr>
          <p:cNvPr id="138" name="组合 137"/>
          <p:cNvGrpSpPr/>
          <p:nvPr/>
        </p:nvGrpSpPr>
        <p:grpSpPr>
          <a:xfrm>
            <a:off x="17723847" y="4838009"/>
            <a:ext cx="1590980" cy="1079500"/>
            <a:chOff x="31959" y="9427"/>
            <a:chExt cx="3342" cy="2268"/>
          </a:xfrm>
        </p:grpSpPr>
        <p:sp>
          <p:nvSpPr>
            <p:cNvPr id="139" name="圆角矩形 138"/>
            <p:cNvSpPr/>
            <p:nvPr/>
          </p:nvSpPr>
          <p:spPr>
            <a:xfrm>
              <a:off x="32037" y="9427"/>
              <a:ext cx="3264" cy="2268"/>
            </a:xfrm>
            <a:prstGeom prst="roundRect">
              <a:avLst/>
            </a:prstGeom>
            <a:solidFill>
              <a:schemeClr val="bg1"/>
            </a:solidFill>
            <a:ln w="28575" cmpd="sng">
              <a:solidFill>
                <a:srgbClr val="00B050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 sz="4400" baseline="-2500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0" name="文本框 139"/>
                <p:cNvSpPr txBox="1"/>
                <p:nvPr/>
              </p:nvSpPr>
              <p:spPr>
                <a:xfrm>
                  <a:off x="31959" y="9610"/>
                  <a:ext cx="2838" cy="1380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no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40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40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zh-CN" altLang="el-GR" sz="4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𝜓</m:t>
                            </m:r>
                            <m:r>
                              <a:rPr lang="en-US" altLang="zh-CN" sz="40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zh-CN" sz="4000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4000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US" altLang="zh-CN" sz="4000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40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)</m:t>
                            </m:r>
                          </m:sub>
                          <m:sup>
                            <m:r>
                              <a:rPr lang="en-US" altLang="zh-CN" sz="40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𝑄</m:t>
                            </m:r>
                          </m:sup>
                        </m:sSubSup>
                      </m:oMath>
                    </m:oMathPara>
                  </a14:m>
                  <a:endParaRPr lang="en-US" altLang="zh-CN" sz="4000" dirty="0"/>
                </a:p>
              </p:txBody>
            </p:sp>
          </mc:Choice>
          <mc:Fallback>
            <p:sp>
              <p:nvSpPr>
                <p:cNvPr id="140" name="文本框 13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959" y="9610"/>
                  <a:ext cx="2838" cy="1380"/>
                </a:xfrm>
                <a:prstGeom prst="rect">
                  <a:avLst/>
                </a:prstGeom>
                <a:blipFill rotWithShape="1">
                  <a:blip r:embed="rId9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41" name="肘形连接符 140"/>
          <p:cNvCxnSpPr/>
          <p:nvPr/>
        </p:nvCxnSpPr>
        <p:spPr>
          <a:xfrm flipV="1">
            <a:off x="17213596" y="2407864"/>
            <a:ext cx="520065" cy="1270"/>
          </a:xfrm>
          <a:prstGeom prst="bentConnector3">
            <a:avLst>
              <a:gd name="adj1" fmla="val 50046"/>
            </a:avLst>
          </a:prstGeom>
          <a:ln w="28575" cmpd="sng">
            <a:solidFill>
              <a:srgbClr val="0070C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2" name="肘形连接符 141"/>
          <p:cNvCxnSpPr>
            <a:stCxn id="218" idx="0"/>
            <a:endCxn id="137" idx="1"/>
          </p:cNvCxnSpPr>
          <p:nvPr/>
        </p:nvCxnSpPr>
        <p:spPr>
          <a:xfrm rot="5400000" flipH="1" flipV="1">
            <a:off x="17069911" y="3347522"/>
            <a:ext cx="272732" cy="1068705"/>
          </a:xfrm>
          <a:prstGeom prst="bentConnector2">
            <a:avLst/>
          </a:prstGeom>
          <a:ln w="28575" cmpd="sng">
            <a:solidFill>
              <a:srgbClr val="00B05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3" name="肘形连接符 142"/>
          <p:cNvCxnSpPr>
            <a:stCxn id="218" idx="2"/>
            <a:endCxn id="139" idx="1"/>
          </p:cNvCxnSpPr>
          <p:nvPr/>
        </p:nvCxnSpPr>
        <p:spPr>
          <a:xfrm rot="16200000" flipH="1">
            <a:off x="17076439" y="4693228"/>
            <a:ext cx="280035" cy="1089026"/>
          </a:xfrm>
          <a:prstGeom prst="bentConnector2">
            <a:avLst/>
          </a:prstGeom>
          <a:ln w="28575" cmpd="sng">
            <a:solidFill>
              <a:srgbClr val="00B05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156" name="组合 155"/>
          <p:cNvGrpSpPr/>
          <p:nvPr/>
        </p:nvGrpSpPr>
        <p:grpSpPr>
          <a:xfrm>
            <a:off x="21477296" y="3200344"/>
            <a:ext cx="1564318" cy="1079976"/>
            <a:chOff x="39837" y="4806"/>
            <a:chExt cx="3286" cy="2269"/>
          </a:xfrm>
        </p:grpSpPr>
        <p:sp>
          <p:nvSpPr>
            <p:cNvPr id="157" name="圆角矩形 156"/>
            <p:cNvSpPr/>
            <p:nvPr/>
          </p:nvSpPr>
          <p:spPr>
            <a:xfrm>
              <a:off x="39859" y="4806"/>
              <a:ext cx="3264" cy="2269"/>
            </a:xfrm>
            <a:prstGeom prst="roundRect">
              <a:avLst/>
            </a:prstGeom>
            <a:solidFill>
              <a:schemeClr val="bg1"/>
            </a:solidFill>
            <a:ln w="28575" cmpd="sng">
              <a:solidFill>
                <a:srgbClr val="0070C0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 sz="4400" baseline="-2500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8" name="文本框 177"/>
                <p:cNvSpPr txBox="1"/>
                <p:nvPr/>
              </p:nvSpPr>
              <p:spPr>
                <a:xfrm>
                  <a:off x="39837" y="5118"/>
                  <a:ext cx="2027" cy="137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 anchor="t">
                  <a:no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4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40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zh-CN" altLang="el-GR" sz="4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𝜓</m:t>
                            </m:r>
                            <m:r>
                              <a:rPr lang="en-US" altLang="zh-CN" sz="40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zh-CN" sz="4000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4000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US" altLang="zh-CN" sz="4000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40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)</m:t>
                            </m:r>
                          </m:sub>
                        </m:sSub>
                      </m:oMath>
                    </m:oMathPara>
                  </a14:m>
                  <a:endParaRPr lang="en-US" altLang="zh-CN" sz="4000" dirty="0"/>
                </a:p>
              </p:txBody>
            </p:sp>
          </mc:Choice>
          <mc:Fallback>
            <p:sp>
              <p:nvSpPr>
                <p:cNvPr id="178" name="文本框 17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837" y="5118"/>
                  <a:ext cx="2027" cy="1379"/>
                </a:xfrm>
                <a:prstGeom prst="rect">
                  <a:avLst/>
                </a:prstGeom>
                <a:blipFill rotWithShape="1">
                  <a:blip r:embed="rId10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79" name="图片 178" descr="加号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0048236" y="3350220"/>
            <a:ext cx="809625" cy="809625"/>
          </a:xfrm>
          <a:prstGeom prst="rect">
            <a:avLst/>
          </a:prstGeom>
        </p:spPr>
      </p:pic>
      <p:cxnSp>
        <p:nvCxnSpPr>
          <p:cNvPr id="180" name="肘形连接符 179"/>
          <p:cNvCxnSpPr>
            <a:stCxn id="207" idx="3"/>
            <a:endCxn id="179" idx="0"/>
          </p:cNvCxnSpPr>
          <p:nvPr/>
        </p:nvCxnSpPr>
        <p:spPr>
          <a:xfrm>
            <a:off x="19288141" y="2397069"/>
            <a:ext cx="1165225" cy="953770"/>
          </a:xfrm>
          <a:prstGeom prst="bentConnector2">
            <a:avLst/>
          </a:prstGeom>
          <a:ln w="28575" cmpd="sng">
            <a:solidFill>
              <a:srgbClr val="0070C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1" name="肘形连接符 180"/>
          <p:cNvCxnSpPr>
            <a:stCxn id="130" idx="3"/>
            <a:endCxn id="222" idx="1"/>
          </p:cNvCxnSpPr>
          <p:nvPr/>
        </p:nvCxnSpPr>
        <p:spPr>
          <a:xfrm>
            <a:off x="23036530" y="1594429"/>
            <a:ext cx="1572260" cy="2540"/>
          </a:xfrm>
          <a:prstGeom prst="bentConnector3">
            <a:avLst>
              <a:gd name="adj1" fmla="val 50000"/>
            </a:avLst>
          </a:prstGeom>
          <a:ln w="28575" cmpd="sng">
            <a:solidFill>
              <a:srgbClr val="0070C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2" name="肘形连接符 181"/>
          <p:cNvCxnSpPr/>
          <p:nvPr/>
        </p:nvCxnSpPr>
        <p:spPr>
          <a:xfrm rot="5400000" flipV="1">
            <a:off x="18942703" y="4977727"/>
            <a:ext cx="274955" cy="4832985"/>
          </a:xfrm>
          <a:prstGeom prst="bentConnector2">
            <a:avLst/>
          </a:prstGeom>
          <a:ln w="28575" cmpd="sng">
            <a:solidFill>
              <a:schemeClr val="accent2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3" name="肘形连接符 182"/>
          <p:cNvCxnSpPr>
            <a:endCxn id="132" idx="1"/>
          </p:cNvCxnSpPr>
          <p:nvPr/>
        </p:nvCxnSpPr>
        <p:spPr>
          <a:xfrm>
            <a:off x="17203420" y="6716973"/>
            <a:ext cx="530860" cy="2540"/>
          </a:xfrm>
          <a:prstGeom prst="bentConnector3">
            <a:avLst>
              <a:gd name="adj1" fmla="val 50045"/>
            </a:avLst>
          </a:prstGeom>
          <a:ln w="28575" cmpd="sng">
            <a:solidFill>
              <a:schemeClr val="accent2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4" name="肘形连接符 183"/>
          <p:cNvCxnSpPr>
            <a:stCxn id="132" idx="3"/>
            <a:endCxn id="185" idx="2"/>
          </p:cNvCxnSpPr>
          <p:nvPr/>
        </p:nvCxnSpPr>
        <p:spPr>
          <a:xfrm flipV="1">
            <a:off x="19288143" y="5776539"/>
            <a:ext cx="1172845" cy="941070"/>
          </a:xfrm>
          <a:prstGeom prst="bentConnector2">
            <a:avLst/>
          </a:prstGeom>
          <a:ln w="28575" cmpd="sng">
            <a:solidFill>
              <a:schemeClr val="accent2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85" name="图片 184" descr="加号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0055858" y="4966932"/>
            <a:ext cx="809625" cy="809625"/>
          </a:xfrm>
          <a:prstGeom prst="rect">
            <a:avLst/>
          </a:prstGeom>
        </p:spPr>
      </p:pic>
      <p:grpSp>
        <p:nvGrpSpPr>
          <p:cNvPr id="186" name="组合 185"/>
          <p:cNvGrpSpPr/>
          <p:nvPr/>
        </p:nvGrpSpPr>
        <p:grpSpPr>
          <a:xfrm>
            <a:off x="21470324" y="4832312"/>
            <a:ext cx="1573839" cy="1080135"/>
            <a:chOff x="41197" y="8487"/>
            <a:chExt cx="3306" cy="2269"/>
          </a:xfrm>
        </p:grpSpPr>
        <p:sp>
          <p:nvSpPr>
            <p:cNvPr id="187" name="圆角矩形 186"/>
            <p:cNvSpPr/>
            <p:nvPr/>
          </p:nvSpPr>
          <p:spPr>
            <a:xfrm>
              <a:off x="41239" y="8487"/>
              <a:ext cx="3264" cy="2269"/>
            </a:xfrm>
            <a:prstGeom prst="roundRect">
              <a:avLst/>
            </a:prstGeom>
            <a:solidFill>
              <a:schemeClr val="bg1"/>
            </a:solidFill>
            <a:ln w="28575" cmpd="sng">
              <a:solidFill>
                <a:schemeClr val="accent2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 sz="4400" baseline="-2500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8" name="文本框 187"/>
                <p:cNvSpPr txBox="1"/>
                <p:nvPr/>
              </p:nvSpPr>
              <p:spPr>
                <a:xfrm>
                  <a:off x="41197" y="8753"/>
                  <a:ext cx="2838" cy="1380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noAutofit/>
                </a:bodyPr>
                <a:p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4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40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zh-CN" altLang="el-GR" sz="4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𝜓</m:t>
                            </m:r>
                            <m:r>
                              <a:rPr lang="en-US" altLang="zh-CN" sz="40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zh-CN" sz="4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4000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US" altLang="zh-CN" sz="4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40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)</m:t>
                            </m:r>
                          </m:sub>
                        </m:sSub>
                      </m:oMath>
                    </m:oMathPara>
                  </a14:m>
                  <a:endParaRPr lang="en-US" altLang="zh-CN" sz="4000" dirty="0"/>
                </a:p>
              </p:txBody>
            </p:sp>
          </mc:Choice>
          <mc:Fallback>
            <p:sp>
              <p:nvSpPr>
                <p:cNvPr id="188" name="文本框 18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197" y="8753"/>
                  <a:ext cx="2838" cy="1380"/>
                </a:xfrm>
                <a:prstGeom prst="rect">
                  <a:avLst/>
                </a:prstGeom>
                <a:blipFill rotWithShape="1">
                  <a:blip r:embed="rId1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89" name="图片 188" descr="叉号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4608808" y="7126566"/>
            <a:ext cx="809625" cy="809625"/>
          </a:xfrm>
          <a:prstGeom prst="rect">
            <a:avLst/>
          </a:prstGeom>
        </p:spPr>
      </p:pic>
      <p:cxnSp>
        <p:nvCxnSpPr>
          <p:cNvPr id="190" name="肘形连接符 189"/>
          <p:cNvCxnSpPr>
            <a:stCxn id="135" idx="3"/>
            <a:endCxn id="189" idx="1"/>
          </p:cNvCxnSpPr>
          <p:nvPr/>
        </p:nvCxnSpPr>
        <p:spPr>
          <a:xfrm>
            <a:off x="23049883" y="7531043"/>
            <a:ext cx="1558925" cy="0"/>
          </a:xfrm>
          <a:prstGeom prst="bentConnector3">
            <a:avLst>
              <a:gd name="adj1" fmla="val 50000"/>
            </a:avLst>
          </a:prstGeom>
          <a:ln w="28575" cmpd="sng">
            <a:solidFill>
              <a:schemeClr val="accent2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2" name="肘形连接符 191"/>
          <p:cNvCxnSpPr>
            <a:stCxn id="189" idx="3"/>
            <a:endCxn id="75" idx="4"/>
          </p:cNvCxnSpPr>
          <p:nvPr/>
        </p:nvCxnSpPr>
        <p:spPr>
          <a:xfrm flipV="1">
            <a:off x="25418433" y="4951828"/>
            <a:ext cx="1587081" cy="2579534"/>
          </a:xfrm>
          <a:prstGeom prst="bentConnector2">
            <a:avLst/>
          </a:prstGeom>
          <a:ln w="28575" cmpd="sng">
            <a:solidFill>
              <a:schemeClr val="accent2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3" name="肘形连接符 192"/>
          <p:cNvCxnSpPr>
            <a:stCxn id="222" idx="3"/>
            <a:endCxn id="75" idx="0"/>
          </p:cNvCxnSpPr>
          <p:nvPr/>
        </p:nvCxnSpPr>
        <p:spPr>
          <a:xfrm>
            <a:off x="25418431" y="1596652"/>
            <a:ext cx="1587081" cy="2563176"/>
          </a:xfrm>
          <a:prstGeom prst="bentConnector2">
            <a:avLst/>
          </a:prstGeom>
          <a:ln w="28575" cmpd="sng">
            <a:solidFill>
              <a:schemeClr val="accent1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194" name="组合 193"/>
          <p:cNvGrpSpPr/>
          <p:nvPr/>
        </p:nvGrpSpPr>
        <p:grpSpPr>
          <a:xfrm>
            <a:off x="28444841" y="4002349"/>
            <a:ext cx="1553845" cy="1079976"/>
            <a:chOff x="58909" y="7832"/>
            <a:chExt cx="3264" cy="2269"/>
          </a:xfrm>
        </p:grpSpPr>
        <p:sp>
          <p:nvSpPr>
            <p:cNvPr id="195" name="圆角矩形 194"/>
            <p:cNvSpPr/>
            <p:nvPr/>
          </p:nvSpPr>
          <p:spPr>
            <a:xfrm>
              <a:off x="58909" y="7832"/>
              <a:ext cx="3264" cy="2269"/>
            </a:xfrm>
            <a:prstGeom prst="roundRect">
              <a:avLst/>
            </a:prstGeom>
            <a:solidFill>
              <a:schemeClr val="bg1"/>
            </a:solidFill>
            <a:ln w="28575" cmpd="sng">
              <a:solidFill>
                <a:srgbClr val="00B050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 sz="4400" baseline="-2500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6" name="文本框 195"/>
                <p:cNvSpPr txBox="1"/>
                <p:nvPr/>
              </p:nvSpPr>
              <p:spPr>
                <a:xfrm>
                  <a:off x="59182" y="7990"/>
                  <a:ext cx="2718" cy="1380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no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40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40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zh-CN" altLang="en-US" sz="40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𝜙</m:t>
                            </m:r>
                            <m:r>
                              <a:rPr lang="en-US" altLang="zh-CN" sz="40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40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40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)</m:t>
                            </m:r>
                          </m:sub>
                          <m:sup>
                            <m:r>
                              <a:rPr lang="en-US" altLang="zh-CN" sz="40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𝑙</m:t>
                            </m:r>
                          </m:sup>
                        </m:sSubSup>
                      </m:oMath>
                    </m:oMathPara>
                  </a14:m>
                  <a:endParaRPr lang="en-US" altLang="zh-CN" sz="4000" dirty="0"/>
                </a:p>
              </p:txBody>
            </p:sp>
          </mc:Choice>
          <mc:Fallback>
            <p:sp>
              <p:nvSpPr>
                <p:cNvPr id="196" name="文本框 19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182" y="7990"/>
                  <a:ext cx="2718" cy="1380"/>
                </a:xfrm>
                <a:prstGeom prst="rect">
                  <a:avLst/>
                </a:prstGeom>
                <a:blipFill rotWithShape="1">
                  <a:blip r:embed="rId16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97" name="直接箭头连接符 196"/>
          <p:cNvCxnSpPr>
            <a:stCxn id="104" idx="3"/>
            <a:endCxn id="106" idx="1"/>
          </p:cNvCxnSpPr>
          <p:nvPr/>
        </p:nvCxnSpPr>
        <p:spPr>
          <a:xfrm flipV="1">
            <a:off x="12199637" y="2400895"/>
            <a:ext cx="1513205" cy="8255"/>
          </a:xfrm>
          <a:prstGeom prst="straightConnector1">
            <a:avLst/>
          </a:prstGeom>
          <a:ln w="28575" cmpd="sng">
            <a:solidFill>
              <a:srgbClr val="0070C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1" name="直接箭头连接符 200"/>
          <p:cNvCxnSpPr>
            <a:stCxn id="106" idx="3"/>
            <a:endCxn id="217" idx="1"/>
          </p:cNvCxnSpPr>
          <p:nvPr/>
        </p:nvCxnSpPr>
        <p:spPr>
          <a:xfrm flipV="1">
            <a:off x="15266670" y="2397069"/>
            <a:ext cx="857250" cy="3810"/>
          </a:xfrm>
          <a:prstGeom prst="straightConnector1">
            <a:avLst/>
          </a:prstGeom>
          <a:ln w="28575" cmpd="sng">
            <a:solidFill>
              <a:srgbClr val="0070C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2" name="直接箭头连接符 201"/>
          <p:cNvCxnSpPr>
            <a:stCxn id="221" idx="3"/>
            <a:endCxn id="115" idx="1"/>
          </p:cNvCxnSpPr>
          <p:nvPr/>
        </p:nvCxnSpPr>
        <p:spPr>
          <a:xfrm flipV="1">
            <a:off x="12199621" y="4548467"/>
            <a:ext cx="1511300" cy="27305"/>
          </a:xfrm>
          <a:prstGeom prst="straightConnector1">
            <a:avLst/>
          </a:prstGeom>
          <a:ln w="28575" cmpd="sng">
            <a:solidFill>
              <a:srgbClr val="00B05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3" name="直接箭头连接符 202"/>
          <p:cNvCxnSpPr>
            <a:stCxn id="115" idx="3"/>
            <a:endCxn id="218" idx="1"/>
          </p:cNvCxnSpPr>
          <p:nvPr/>
        </p:nvCxnSpPr>
        <p:spPr>
          <a:xfrm>
            <a:off x="15264765" y="4548467"/>
            <a:ext cx="867410" cy="9525"/>
          </a:xfrm>
          <a:prstGeom prst="straightConnector1">
            <a:avLst/>
          </a:prstGeom>
          <a:ln w="28575" cmpd="sng">
            <a:solidFill>
              <a:srgbClr val="00B05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4" name="直接箭头连接符 203"/>
          <p:cNvCxnSpPr>
            <a:endCxn id="219" idx="1"/>
          </p:cNvCxnSpPr>
          <p:nvPr/>
        </p:nvCxnSpPr>
        <p:spPr>
          <a:xfrm>
            <a:off x="15246988" y="6709370"/>
            <a:ext cx="887092" cy="9525"/>
          </a:xfrm>
          <a:prstGeom prst="straightConnector1">
            <a:avLst/>
          </a:prstGeom>
          <a:ln w="28575" cmpd="sng">
            <a:solidFill>
              <a:schemeClr val="accent2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5" name="直接箭头连接符 204"/>
          <p:cNvCxnSpPr>
            <a:stCxn id="220" idx="3"/>
          </p:cNvCxnSpPr>
          <p:nvPr/>
        </p:nvCxnSpPr>
        <p:spPr>
          <a:xfrm flipV="1">
            <a:off x="12207876" y="6701155"/>
            <a:ext cx="1496694" cy="13914"/>
          </a:xfrm>
          <a:prstGeom prst="straightConnector1">
            <a:avLst/>
          </a:prstGeom>
          <a:ln w="28575" cmpd="sng">
            <a:solidFill>
              <a:schemeClr val="accent2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07" name="圆角矩形 206"/>
          <p:cNvSpPr/>
          <p:nvPr/>
        </p:nvSpPr>
        <p:spPr>
          <a:xfrm>
            <a:off x="17734290" y="1856684"/>
            <a:ext cx="1553845" cy="1079976"/>
          </a:xfrm>
          <a:prstGeom prst="roundRect">
            <a:avLst/>
          </a:prstGeom>
          <a:solidFill>
            <a:schemeClr val="bg1"/>
          </a:solidFill>
          <a:ln w="28575" cmpd="sng">
            <a:solidFill>
              <a:srgbClr val="0070C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4400" baseline="-25000">
              <a:solidFill>
                <a:schemeClr val="tx1"/>
              </a:solidFill>
            </a:endParaRPr>
          </a:p>
        </p:txBody>
      </p:sp>
      <p:cxnSp>
        <p:nvCxnSpPr>
          <p:cNvPr id="209" name="直接箭头连接符 208"/>
          <p:cNvCxnSpPr>
            <a:stCxn id="137" idx="3"/>
            <a:endCxn id="179" idx="1"/>
          </p:cNvCxnSpPr>
          <p:nvPr/>
        </p:nvCxnSpPr>
        <p:spPr>
          <a:xfrm>
            <a:off x="19294491" y="3745825"/>
            <a:ext cx="753745" cy="9525"/>
          </a:xfrm>
          <a:prstGeom prst="straightConnector1">
            <a:avLst/>
          </a:prstGeom>
          <a:ln w="28575" cmpd="sng">
            <a:solidFill>
              <a:srgbClr val="00B05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10" name="文本框 209"/>
              <p:cNvSpPr txBox="1"/>
              <p:nvPr/>
            </p:nvSpPr>
            <p:spPr>
              <a:xfrm>
                <a:off x="17723815" y="3300055"/>
                <a:ext cx="1553845" cy="657225"/>
              </a:xfrm>
              <a:prstGeom prst="rect">
                <a:avLst/>
              </a:prstGeom>
              <a:noFill/>
            </p:spPr>
            <p:txBody>
              <a:bodyPr wrap="none" rtlCol="0" anchor="t">
                <a:no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zh-CN" altLang="el-GR" sz="4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𝜓</m:t>
                          </m:r>
                          <m: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4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4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zh-CN" sz="4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)</m:t>
                          </m:r>
                        </m:sub>
                        <m:sup>
                          <m: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𝑄</m:t>
                          </m:r>
                        </m:sup>
                      </m:sSubSup>
                    </m:oMath>
                  </m:oMathPara>
                </a14:m>
                <a:endParaRPr lang="en-US" altLang="zh-CN" sz="4000" dirty="0"/>
              </a:p>
            </p:txBody>
          </p:sp>
        </mc:Choice>
        <mc:Fallback>
          <p:sp>
            <p:nvSpPr>
              <p:cNvPr id="210" name="文本框 20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23815" y="3300055"/>
                <a:ext cx="1553845" cy="657225"/>
              </a:xfrm>
              <a:prstGeom prst="rect">
                <a:avLst/>
              </a:prstGeom>
              <a:blipFill rotWithShape="1">
                <a:blip r:embed="rId17"/>
                <a:stretch>
                  <a:fillRect l="-21" t="-91" r="-9378" b="-285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1" name="肘形连接符 210"/>
          <p:cNvCxnSpPr/>
          <p:nvPr/>
        </p:nvCxnSpPr>
        <p:spPr>
          <a:xfrm rot="16200000">
            <a:off x="18940786" y="-672515"/>
            <a:ext cx="274955" cy="4808855"/>
          </a:xfrm>
          <a:prstGeom prst="bentConnector2">
            <a:avLst/>
          </a:prstGeom>
          <a:ln w="28575" cmpd="sng">
            <a:solidFill>
              <a:srgbClr val="0070C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2" name="直接箭头连接符 211"/>
          <p:cNvCxnSpPr>
            <a:stCxn id="179" idx="3"/>
            <a:endCxn id="157" idx="1"/>
          </p:cNvCxnSpPr>
          <p:nvPr/>
        </p:nvCxnSpPr>
        <p:spPr>
          <a:xfrm flipV="1">
            <a:off x="20857847" y="3740094"/>
            <a:ext cx="629920" cy="0"/>
          </a:xfrm>
          <a:prstGeom prst="straightConnector1">
            <a:avLst/>
          </a:prstGeom>
          <a:ln w="28575" cmpd="sng">
            <a:solidFill>
              <a:schemeClr val="accent1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3" name="直接箭头连接符 212"/>
          <p:cNvCxnSpPr/>
          <p:nvPr/>
        </p:nvCxnSpPr>
        <p:spPr>
          <a:xfrm>
            <a:off x="23036546" y="3736284"/>
            <a:ext cx="1014095" cy="12700"/>
          </a:xfrm>
          <a:prstGeom prst="straightConnector1">
            <a:avLst/>
          </a:prstGeom>
          <a:ln w="28575" cmpd="sng">
            <a:solidFill>
              <a:schemeClr val="accent1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4" name="直接箭头连接符 213"/>
          <p:cNvCxnSpPr>
            <a:stCxn id="185" idx="3"/>
            <a:endCxn id="187" idx="1"/>
          </p:cNvCxnSpPr>
          <p:nvPr/>
        </p:nvCxnSpPr>
        <p:spPr>
          <a:xfrm>
            <a:off x="20866100" y="5372062"/>
            <a:ext cx="624840" cy="635"/>
          </a:xfrm>
          <a:prstGeom prst="straightConnector1">
            <a:avLst/>
          </a:prstGeom>
          <a:ln w="28575" cmpd="sng">
            <a:solidFill>
              <a:schemeClr val="accent2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5" name="直接箭头连接符 214"/>
          <p:cNvCxnSpPr>
            <a:stCxn id="139" idx="3"/>
            <a:endCxn id="185" idx="1"/>
          </p:cNvCxnSpPr>
          <p:nvPr/>
        </p:nvCxnSpPr>
        <p:spPr>
          <a:xfrm flipV="1">
            <a:off x="19314813" y="5372044"/>
            <a:ext cx="741045" cy="0"/>
          </a:xfrm>
          <a:prstGeom prst="straightConnector1">
            <a:avLst/>
          </a:prstGeom>
          <a:ln w="28575" cmpd="sng">
            <a:solidFill>
              <a:srgbClr val="00B05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6" name="直接箭头连接符 215"/>
          <p:cNvCxnSpPr>
            <a:stCxn id="75" idx="6"/>
            <a:endCxn id="195" idx="1"/>
          </p:cNvCxnSpPr>
          <p:nvPr/>
        </p:nvCxnSpPr>
        <p:spPr>
          <a:xfrm flipV="1">
            <a:off x="27400683" y="4542355"/>
            <a:ext cx="1044142" cy="13491"/>
          </a:xfrm>
          <a:prstGeom prst="straightConnector1">
            <a:avLst/>
          </a:prstGeom>
          <a:ln w="28575" cmpd="sng">
            <a:solidFill>
              <a:srgbClr val="00B05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17" name="图片 216" descr="target node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6123285" y="1856684"/>
            <a:ext cx="1079500" cy="1079500"/>
          </a:xfrm>
          <a:prstGeom prst="rect">
            <a:avLst/>
          </a:prstGeom>
        </p:spPr>
      </p:pic>
      <p:pic>
        <p:nvPicPr>
          <p:cNvPr id="218" name="图片 217" descr="herb node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6132175" y="4018224"/>
            <a:ext cx="1079500" cy="1079500"/>
          </a:xfrm>
          <a:prstGeom prst="rect">
            <a:avLst/>
          </a:prstGeom>
        </p:spPr>
      </p:pic>
      <p:pic>
        <p:nvPicPr>
          <p:cNvPr id="219" name="图片 218" descr="molecule nod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34080" y="6179129"/>
            <a:ext cx="1079500" cy="1079500"/>
          </a:xfrm>
          <a:prstGeom prst="rect">
            <a:avLst/>
          </a:prstGeom>
        </p:spPr>
      </p:pic>
      <p:pic>
        <p:nvPicPr>
          <p:cNvPr id="220" name="图片 219" descr="molecule nod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28376" y="6175319"/>
            <a:ext cx="1079500" cy="1079500"/>
          </a:xfrm>
          <a:prstGeom prst="rect">
            <a:avLst/>
          </a:prstGeom>
        </p:spPr>
      </p:pic>
      <p:pic>
        <p:nvPicPr>
          <p:cNvPr id="221" name="图片 220" descr="herb node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119486" y="4036004"/>
            <a:ext cx="1079500" cy="1079500"/>
          </a:xfrm>
          <a:prstGeom prst="rect">
            <a:avLst/>
          </a:prstGeom>
        </p:spPr>
      </p:pic>
      <p:pic>
        <p:nvPicPr>
          <p:cNvPr id="222" name="图片 221" descr="叉号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4608806" y="1191855"/>
            <a:ext cx="809625" cy="809625"/>
          </a:xfrm>
          <a:prstGeom prst="rect">
            <a:avLst/>
          </a:prstGeom>
        </p:spPr>
      </p:pic>
      <p:sp>
        <p:nvSpPr>
          <p:cNvPr id="223" name="圆角矩形 222"/>
          <p:cNvSpPr/>
          <p:nvPr/>
        </p:nvSpPr>
        <p:spPr>
          <a:xfrm>
            <a:off x="24041100" y="3200344"/>
            <a:ext cx="1963420" cy="2708910"/>
          </a:xfrm>
          <a:prstGeom prst="roundRect">
            <a:avLst/>
          </a:prstGeom>
          <a:solidFill>
            <a:schemeClr val="bg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4400" baseline="-2500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7" name="文本框 226"/>
              <p:cNvSpPr txBox="1"/>
              <p:nvPr/>
            </p:nvSpPr>
            <p:spPr>
              <a:xfrm>
                <a:off x="23993475" y="3592790"/>
                <a:ext cx="1963420" cy="1905635"/>
              </a:xfrm>
              <a:prstGeom prst="rect">
                <a:avLst/>
              </a:prstGeom>
              <a:noFill/>
            </p:spPr>
            <p:txBody>
              <a:bodyPr wrap="none" rtlCol="0" anchor="t">
                <a:no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3600" b="1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𝑬𝒅𝒈𝒆</m:t>
                      </m:r>
                      <m:r>
                        <a:rPr lang="en-US" altLang="zh-CN" sz="3600" b="1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a:rPr lang="en-US" altLang="zh-CN" sz="3600" b="1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𝑺𝒄𝒂𝒍𝒆𝒅</m:t>
                      </m:r>
                    </m:oMath>
                    <m:oMath xmlns:m="http://schemas.openxmlformats.org/officeDocument/2006/math">
                      <m:r>
                        <a:rPr lang="en-US" altLang="zh-CN" sz="3600" b="1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𝑺𝒊𝒈𝒎𝒐𝒊𝒅</m:t>
                      </m:r>
                    </m:oMath>
                  </m:oMathPara>
                </a14:m>
                <a:endParaRPr lang="en-US" altLang="zh-CN" sz="3600" b="1" dirty="0"/>
              </a:p>
            </p:txBody>
          </p:sp>
        </mc:Choice>
        <mc:Fallback>
          <p:sp>
            <p:nvSpPr>
              <p:cNvPr id="227" name="文本框 2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93475" y="3592790"/>
                <a:ext cx="1963420" cy="1905635"/>
              </a:xfrm>
              <a:prstGeom prst="rect">
                <a:avLst/>
              </a:prstGeom>
              <a:blipFill rotWithShape="1">
                <a:blip r:embed="rId20"/>
                <a:stretch>
                  <a:fillRect t="-31" r="-4592" b="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8" name="直接箭头连接符 227"/>
          <p:cNvCxnSpPr>
            <a:stCxn id="223" idx="0"/>
            <a:endCxn id="222" idx="2"/>
          </p:cNvCxnSpPr>
          <p:nvPr/>
        </p:nvCxnSpPr>
        <p:spPr>
          <a:xfrm flipH="1" flipV="1">
            <a:off x="25013920" y="2002099"/>
            <a:ext cx="0" cy="1198880"/>
          </a:xfrm>
          <a:prstGeom prst="straightConnector1">
            <a:avLst/>
          </a:prstGeom>
          <a:ln w="28575" cmpd="sng">
            <a:solidFill>
              <a:srgbClr val="0070C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9" name="直接箭头连接符 228"/>
          <p:cNvCxnSpPr>
            <a:endCxn id="189" idx="0"/>
          </p:cNvCxnSpPr>
          <p:nvPr/>
        </p:nvCxnSpPr>
        <p:spPr>
          <a:xfrm flipH="1">
            <a:off x="25013938" y="5913699"/>
            <a:ext cx="9525" cy="1212850"/>
          </a:xfrm>
          <a:prstGeom prst="straightConnector1">
            <a:avLst/>
          </a:prstGeom>
          <a:ln w="28575" cmpd="sng">
            <a:solidFill>
              <a:schemeClr val="accent2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230" name="组合 229"/>
          <p:cNvGrpSpPr>
            <a:grpSpLocks noChangeAspect="1"/>
          </p:cNvGrpSpPr>
          <p:nvPr/>
        </p:nvGrpSpPr>
        <p:grpSpPr>
          <a:xfrm>
            <a:off x="12567921" y="4147145"/>
            <a:ext cx="532130" cy="269875"/>
            <a:chOff x="461" y="4199"/>
            <a:chExt cx="2386" cy="1210"/>
          </a:xfrm>
        </p:grpSpPr>
        <p:sp>
          <p:nvSpPr>
            <p:cNvPr id="231" name="Google Shape;78;p16"/>
            <p:cNvSpPr>
              <a:spLocks noChangeAspect="1"/>
            </p:cNvSpPr>
            <p:nvPr/>
          </p:nvSpPr>
          <p:spPr>
            <a:xfrm>
              <a:off x="461" y="4199"/>
              <a:ext cx="2386" cy="1204"/>
            </a:xfrm>
            <a:prstGeom prst="roundRect">
              <a:avLst>
                <a:gd name="adj" fmla="val 16667"/>
              </a:avLst>
            </a:prstGeom>
            <a:solidFill>
              <a:srgbClr val="92D050"/>
            </a:solidFill>
            <a:ln w="28575" cap="flat" cmpd="sng">
              <a:solidFill>
                <a:srgbClr val="00B05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endParaRPr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cxnSp>
          <p:nvCxnSpPr>
            <p:cNvPr id="232" name="Google Shape;79;p16"/>
            <p:cNvCxnSpPr>
              <a:cxnSpLocks noChangeAspect="1"/>
            </p:cNvCxnSpPr>
            <p:nvPr/>
          </p:nvCxnSpPr>
          <p:spPr>
            <a:xfrm flipH="1">
              <a:off x="1669" y="4205"/>
              <a:ext cx="12" cy="1204"/>
            </a:xfrm>
            <a:prstGeom prst="straightConnector1">
              <a:avLst/>
            </a:prstGeom>
            <a:solidFill>
              <a:schemeClr val="bg1">
                <a:lumMod val="95000"/>
              </a:schemeClr>
            </a:solidFill>
            <a:ln w="28575" cap="flat" cmpd="sng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33" name="组合 232"/>
          <p:cNvGrpSpPr>
            <a:grpSpLocks noChangeAspect="1"/>
          </p:cNvGrpSpPr>
          <p:nvPr/>
        </p:nvGrpSpPr>
        <p:grpSpPr>
          <a:xfrm>
            <a:off x="15320010" y="4161750"/>
            <a:ext cx="792480" cy="269875"/>
            <a:chOff x="2119" y="6323"/>
            <a:chExt cx="3552" cy="1210"/>
          </a:xfrm>
          <a:solidFill>
            <a:schemeClr val="bg1">
              <a:lumMod val="95000"/>
            </a:schemeClr>
          </a:solidFill>
        </p:grpSpPr>
        <p:sp>
          <p:nvSpPr>
            <p:cNvPr id="234" name="Google Shape;78;p16"/>
            <p:cNvSpPr/>
            <p:nvPr/>
          </p:nvSpPr>
          <p:spPr>
            <a:xfrm>
              <a:off x="2119" y="6323"/>
              <a:ext cx="3553" cy="1204"/>
            </a:xfrm>
            <a:prstGeom prst="roundRect">
              <a:avLst>
                <a:gd name="adj" fmla="val 16667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28575" cap="flat" cmpd="sng">
              <a:solidFill>
                <a:srgbClr val="00B05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endParaRPr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cxnSp>
          <p:nvCxnSpPr>
            <p:cNvPr id="235" name="Google Shape;79;p16"/>
            <p:cNvCxnSpPr/>
            <p:nvPr/>
          </p:nvCxnSpPr>
          <p:spPr>
            <a:xfrm flipH="1">
              <a:off x="3327" y="6329"/>
              <a:ext cx="12" cy="1204"/>
            </a:xfrm>
            <a:prstGeom prst="straightConnector1">
              <a:avLst/>
            </a:prstGeom>
            <a:grpFill/>
            <a:ln w="28575" cap="flat" cmpd="sng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6" name="Google Shape;80;p16"/>
            <p:cNvCxnSpPr/>
            <p:nvPr/>
          </p:nvCxnSpPr>
          <p:spPr>
            <a:xfrm flipH="1">
              <a:off x="4494" y="6329"/>
              <a:ext cx="12" cy="1204"/>
            </a:xfrm>
            <a:prstGeom prst="straightConnector1">
              <a:avLst/>
            </a:prstGeom>
            <a:grpFill/>
            <a:ln w="28575" cap="flat" cmpd="sng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37" name="组合 236"/>
          <p:cNvGrpSpPr>
            <a:grpSpLocks noChangeAspect="1"/>
          </p:cNvGrpSpPr>
          <p:nvPr/>
        </p:nvGrpSpPr>
        <p:grpSpPr>
          <a:xfrm>
            <a:off x="12310111" y="6321387"/>
            <a:ext cx="1052830" cy="269875"/>
            <a:chOff x="366" y="509"/>
            <a:chExt cx="4718" cy="1210"/>
          </a:xfrm>
        </p:grpSpPr>
        <p:sp>
          <p:nvSpPr>
            <p:cNvPr id="238" name="Google Shape;78;p16"/>
            <p:cNvSpPr/>
            <p:nvPr/>
          </p:nvSpPr>
          <p:spPr>
            <a:xfrm>
              <a:off x="366" y="509"/>
              <a:ext cx="4719" cy="1204"/>
            </a:xfrm>
            <a:prstGeom prst="roundRect">
              <a:avLst>
                <a:gd name="adj" fmla="val 16667"/>
              </a:avLst>
            </a:prstGeom>
            <a:solidFill>
              <a:schemeClr val="accent2"/>
            </a:solidFill>
            <a:ln w="28575" cap="flat" cmpd="sng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endParaRPr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cxnSp>
          <p:nvCxnSpPr>
            <p:cNvPr id="239" name="Google Shape;79;p16"/>
            <p:cNvCxnSpPr/>
            <p:nvPr/>
          </p:nvCxnSpPr>
          <p:spPr>
            <a:xfrm flipH="1">
              <a:off x="1574" y="515"/>
              <a:ext cx="12" cy="1204"/>
            </a:xfrm>
            <a:prstGeom prst="straightConnector1">
              <a:avLst/>
            </a:prstGeom>
            <a:noFill/>
            <a:ln w="28575" cap="flat" cmpd="sng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0" name="Google Shape;80;p16"/>
            <p:cNvCxnSpPr/>
            <p:nvPr/>
          </p:nvCxnSpPr>
          <p:spPr>
            <a:xfrm flipH="1">
              <a:off x="2741" y="515"/>
              <a:ext cx="12" cy="1204"/>
            </a:xfrm>
            <a:prstGeom prst="straightConnector1">
              <a:avLst/>
            </a:prstGeom>
            <a:noFill/>
            <a:ln w="28575" cap="flat" cmpd="sng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1" name="Google Shape;81;p16"/>
            <p:cNvCxnSpPr/>
            <p:nvPr/>
          </p:nvCxnSpPr>
          <p:spPr>
            <a:xfrm flipH="1">
              <a:off x="3908" y="515"/>
              <a:ext cx="12" cy="1204"/>
            </a:xfrm>
            <a:prstGeom prst="straightConnector1">
              <a:avLst/>
            </a:prstGeom>
            <a:noFill/>
            <a:ln w="28575" cap="flat" cmpd="sng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42" name="组合 241"/>
          <p:cNvGrpSpPr>
            <a:grpSpLocks noChangeAspect="1"/>
          </p:cNvGrpSpPr>
          <p:nvPr/>
        </p:nvGrpSpPr>
        <p:grpSpPr>
          <a:xfrm>
            <a:off x="12165966" y="1965285"/>
            <a:ext cx="1313180" cy="269875"/>
            <a:chOff x="5659" y="515"/>
            <a:chExt cx="5886" cy="1210"/>
          </a:xfrm>
          <a:solidFill>
            <a:srgbClr val="00B0F0"/>
          </a:solidFill>
        </p:grpSpPr>
        <p:sp>
          <p:nvSpPr>
            <p:cNvPr id="243" name="Google Shape;78;p16"/>
            <p:cNvSpPr/>
            <p:nvPr/>
          </p:nvSpPr>
          <p:spPr>
            <a:xfrm>
              <a:off x="5659" y="515"/>
              <a:ext cx="5887" cy="1204"/>
            </a:xfrm>
            <a:prstGeom prst="roundRect">
              <a:avLst>
                <a:gd name="adj" fmla="val 16667"/>
              </a:avLst>
            </a:prstGeom>
            <a:grpFill/>
            <a:ln w="28575" cap="flat" cmpd="sng">
              <a:solidFill>
                <a:srgbClr val="0070C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endParaRPr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cxnSp>
          <p:nvCxnSpPr>
            <p:cNvPr id="244" name="Google Shape;79;p16"/>
            <p:cNvCxnSpPr/>
            <p:nvPr/>
          </p:nvCxnSpPr>
          <p:spPr>
            <a:xfrm flipH="1">
              <a:off x="6867" y="521"/>
              <a:ext cx="12" cy="1204"/>
            </a:xfrm>
            <a:prstGeom prst="straightConnector1">
              <a:avLst/>
            </a:prstGeom>
            <a:grpFill/>
            <a:ln w="28575" cap="flat" cmpd="sng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5" name="Google Shape;80;p16"/>
            <p:cNvCxnSpPr/>
            <p:nvPr/>
          </p:nvCxnSpPr>
          <p:spPr>
            <a:xfrm flipH="1">
              <a:off x="8034" y="521"/>
              <a:ext cx="12" cy="1204"/>
            </a:xfrm>
            <a:prstGeom prst="straightConnector1">
              <a:avLst/>
            </a:prstGeom>
            <a:grpFill/>
            <a:ln w="28575" cap="flat" cmpd="sng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1" name="Google Shape;81;p16"/>
            <p:cNvCxnSpPr/>
            <p:nvPr/>
          </p:nvCxnSpPr>
          <p:spPr>
            <a:xfrm flipH="1">
              <a:off x="9201" y="521"/>
              <a:ext cx="12" cy="1204"/>
            </a:xfrm>
            <a:prstGeom prst="straightConnector1">
              <a:avLst/>
            </a:prstGeom>
            <a:grpFill/>
            <a:ln w="28575" cap="flat" cmpd="sng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2" name="Google Shape;82;p16"/>
            <p:cNvCxnSpPr/>
            <p:nvPr/>
          </p:nvCxnSpPr>
          <p:spPr>
            <a:xfrm flipH="1">
              <a:off x="10367" y="521"/>
              <a:ext cx="12" cy="1204"/>
            </a:xfrm>
            <a:prstGeom prst="straightConnector1">
              <a:avLst/>
            </a:prstGeom>
            <a:grpFill/>
            <a:ln w="28575" cap="flat" cmpd="sng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79" name="组合 278"/>
          <p:cNvGrpSpPr>
            <a:grpSpLocks noChangeAspect="1"/>
          </p:cNvGrpSpPr>
          <p:nvPr/>
        </p:nvGrpSpPr>
        <p:grpSpPr>
          <a:xfrm>
            <a:off x="15320010" y="1963380"/>
            <a:ext cx="792480" cy="269875"/>
            <a:chOff x="2119" y="6323"/>
            <a:chExt cx="3552" cy="1210"/>
          </a:xfrm>
          <a:solidFill>
            <a:schemeClr val="bg1">
              <a:lumMod val="95000"/>
            </a:schemeClr>
          </a:solidFill>
        </p:grpSpPr>
        <p:sp>
          <p:nvSpPr>
            <p:cNvPr id="280" name="Google Shape;78;p16"/>
            <p:cNvSpPr/>
            <p:nvPr/>
          </p:nvSpPr>
          <p:spPr>
            <a:xfrm>
              <a:off x="2119" y="6323"/>
              <a:ext cx="3553" cy="1204"/>
            </a:xfrm>
            <a:prstGeom prst="roundRect">
              <a:avLst>
                <a:gd name="adj" fmla="val 16667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28575" cap="flat" cmpd="sng">
              <a:solidFill>
                <a:srgbClr val="0070C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endParaRPr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cxnSp>
          <p:nvCxnSpPr>
            <p:cNvPr id="281" name="Google Shape;79;p16"/>
            <p:cNvCxnSpPr/>
            <p:nvPr/>
          </p:nvCxnSpPr>
          <p:spPr>
            <a:xfrm flipH="1">
              <a:off x="3327" y="6329"/>
              <a:ext cx="12" cy="1204"/>
            </a:xfrm>
            <a:prstGeom prst="straightConnector1">
              <a:avLst/>
            </a:prstGeom>
            <a:grpFill/>
            <a:ln w="28575" cap="flat" cmpd="sng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2" name="Google Shape;80;p16"/>
            <p:cNvCxnSpPr/>
            <p:nvPr/>
          </p:nvCxnSpPr>
          <p:spPr>
            <a:xfrm flipH="1">
              <a:off x="4494" y="6329"/>
              <a:ext cx="12" cy="1204"/>
            </a:xfrm>
            <a:prstGeom prst="straightConnector1">
              <a:avLst/>
            </a:prstGeom>
            <a:grpFill/>
            <a:ln w="28575" cap="flat" cmpd="sng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94" name="组合 293"/>
          <p:cNvGrpSpPr>
            <a:grpSpLocks noChangeAspect="1"/>
          </p:cNvGrpSpPr>
          <p:nvPr/>
        </p:nvGrpSpPr>
        <p:grpSpPr>
          <a:xfrm>
            <a:off x="15320010" y="6322657"/>
            <a:ext cx="792480" cy="269875"/>
            <a:chOff x="2119" y="6323"/>
            <a:chExt cx="3552" cy="1210"/>
          </a:xfrm>
          <a:solidFill>
            <a:schemeClr val="bg1">
              <a:lumMod val="95000"/>
            </a:schemeClr>
          </a:solidFill>
        </p:grpSpPr>
        <p:sp>
          <p:nvSpPr>
            <p:cNvPr id="295" name="Google Shape;78;p16"/>
            <p:cNvSpPr/>
            <p:nvPr/>
          </p:nvSpPr>
          <p:spPr>
            <a:xfrm>
              <a:off x="2119" y="6323"/>
              <a:ext cx="3553" cy="1204"/>
            </a:xfrm>
            <a:prstGeom prst="roundRect">
              <a:avLst>
                <a:gd name="adj" fmla="val 16667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28575" cap="flat" cmpd="sng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endParaRPr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cxnSp>
          <p:nvCxnSpPr>
            <p:cNvPr id="296" name="Google Shape;79;p16"/>
            <p:cNvCxnSpPr/>
            <p:nvPr/>
          </p:nvCxnSpPr>
          <p:spPr>
            <a:xfrm flipH="1">
              <a:off x="3327" y="6329"/>
              <a:ext cx="12" cy="1204"/>
            </a:xfrm>
            <a:prstGeom prst="straightConnector1">
              <a:avLst/>
            </a:prstGeom>
            <a:grpFill/>
            <a:ln w="28575" cap="flat" cmpd="sng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7" name="Google Shape;80;p16"/>
            <p:cNvCxnSpPr/>
            <p:nvPr/>
          </p:nvCxnSpPr>
          <p:spPr>
            <a:xfrm flipH="1">
              <a:off x="4494" y="6329"/>
              <a:ext cx="12" cy="1204"/>
            </a:xfrm>
            <a:prstGeom prst="straightConnector1">
              <a:avLst/>
            </a:prstGeom>
            <a:grpFill/>
            <a:ln w="28575" cap="flat" cmpd="sng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05" name="文本框 304"/>
          <p:cNvSpPr txBox="1"/>
          <p:nvPr/>
        </p:nvSpPr>
        <p:spPr>
          <a:xfrm rot="16200000">
            <a:off x="28407994" y="-193371"/>
            <a:ext cx="1415772" cy="4144645"/>
          </a:xfrm>
          <a:prstGeom prst="rect">
            <a:avLst/>
          </a:prstGeom>
          <a:noFill/>
          <a:ln>
            <a:noFill/>
          </a:ln>
        </p:spPr>
        <p:txBody>
          <a:bodyPr vert="eaVert" wrap="square" rtlCol="0">
            <a:spAutoFit/>
          </a:bodyPr>
          <a:p>
            <a:pPr algn="ctr"/>
            <a:r>
              <a:rPr lang="en-US" altLang="zh-CN" sz="4000" b="1" i="1" dirty="0">
                <a:latin typeface="Cambria Math" panose="02040503050406030204" pitchFamily="18" charset="0"/>
                <a:ea typeface="微软雅黑 Light" panose="020B0502040204020203" charset="-122"/>
                <a:cs typeface="Cambria Math" panose="02040503050406030204" pitchFamily="18" charset="0"/>
              </a:rPr>
              <a:t>Topology-Robust  Local Attention</a:t>
            </a:r>
            <a:r>
              <a:rPr lang="en-US" altLang="zh-CN" sz="4000" dirty="0"/>
              <a:t> </a:t>
            </a:r>
            <a:endParaRPr lang="en-US" altLang="zh-CN" sz="4000" dirty="0"/>
          </a:p>
        </p:txBody>
      </p:sp>
      <p:cxnSp>
        <p:nvCxnSpPr>
          <p:cNvPr id="319" name="直接箭头连接符 318"/>
          <p:cNvCxnSpPr/>
          <p:nvPr/>
        </p:nvCxnSpPr>
        <p:spPr>
          <a:xfrm>
            <a:off x="23044150" y="5372044"/>
            <a:ext cx="996950" cy="8890"/>
          </a:xfrm>
          <a:prstGeom prst="straightConnector1">
            <a:avLst/>
          </a:prstGeom>
          <a:ln w="28575" cmpd="sng">
            <a:solidFill>
              <a:schemeClr val="accent2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21" name="文本框 320"/>
              <p:cNvSpPr txBox="1"/>
              <p:nvPr/>
            </p:nvSpPr>
            <p:spPr>
              <a:xfrm>
                <a:off x="8750301" y="3022862"/>
                <a:ext cx="2550160" cy="46863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sz="28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Edge</m:t>
                      </m:r>
                      <m:r>
                        <a:rPr lang="en-US" altLang="zh-CN" sz="28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sz="28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Type</m:t>
                      </m:r>
                      <m:r>
                        <a:rPr lang="en-US" altLang="zh-CN" sz="28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: </m:t>
                      </m:r>
                      <m:r>
                        <a:rPr lang="zh-CN" altLang="el-GR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m:t>𝜓</m:t>
                      </m:r>
                      <m:r>
                        <a:rPr lang="en-US" altLang="zh-CN" sz="28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8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en-US" altLang="zh-CN" sz="2800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zh-CN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endParaRPr lang="en-US" altLang="zh-CN" dirty="0"/>
              </a:p>
            </p:txBody>
          </p:sp>
        </mc:Choice>
        <mc:Fallback>
          <p:sp>
            <p:nvSpPr>
              <p:cNvPr id="321" name="文本框 3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0301" y="3022862"/>
                <a:ext cx="2550160" cy="468630"/>
              </a:xfrm>
              <a:prstGeom prst="rect">
                <a:avLst/>
              </a:prstGeom>
              <a:blipFill rotWithShape="1">
                <a:blip r:embed="rId21"/>
                <a:stretch>
                  <a:fillRect t="-56" r="-15364" b="-1373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5" name="直接箭头连接符 324"/>
          <p:cNvCxnSpPr>
            <a:stCxn id="104" idx="2"/>
            <a:endCxn id="221" idx="0"/>
          </p:cNvCxnSpPr>
          <p:nvPr/>
        </p:nvCxnSpPr>
        <p:spPr>
          <a:xfrm>
            <a:off x="11659236" y="2948884"/>
            <a:ext cx="0" cy="1087120"/>
          </a:xfrm>
          <a:prstGeom prst="straightConnector1">
            <a:avLst/>
          </a:prstGeom>
          <a:ln w="28575" cmpd="sng">
            <a:solidFill>
              <a:srgbClr val="00206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2" name="直接箭头连接符 331"/>
          <p:cNvCxnSpPr>
            <a:stCxn id="220" idx="0"/>
            <a:endCxn id="221" idx="2"/>
          </p:cNvCxnSpPr>
          <p:nvPr/>
        </p:nvCxnSpPr>
        <p:spPr>
          <a:xfrm flipH="1" flipV="1">
            <a:off x="11659236" y="5115522"/>
            <a:ext cx="0" cy="1059815"/>
          </a:xfrm>
          <a:prstGeom prst="straightConnector1">
            <a:avLst/>
          </a:prstGeom>
          <a:ln w="28575" cmpd="sng">
            <a:solidFill>
              <a:srgbClr val="00206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36" name="文本框 335"/>
              <p:cNvSpPr txBox="1"/>
              <p:nvPr/>
            </p:nvSpPr>
            <p:spPr>
              <a:xfrm>
                <a:off x="8750636" y="5490471"/>
                <a:ext cx="2549525" cy="5219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sz="28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Edge</m:t>
                      </m:r>
                      <m:r>
                        <a:rPr lang="en-US" altLang="zh-CN" sz="28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sz="28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Type</m:t>
                      </m:r>
                      <m:r>
                        <a:rPr lang="en-US" altLang="zh-CN" sz="28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:</m:t>
                      </m:r>
                      <m:r>
                        <a:rPr lang="zh-CN" altLang="el-GR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m:t>𝜓</m:t>
                      </m:r>
                      <m:r>
                        <a:rPr lang="en-US" altLang="zh-CN" sz="28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8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en-US" altLang="zh-CN" sz="2800" dirty="0"/>
              </a:p>
            </p:txBody>
          </p:sp>
        </mc:Choice>
        <mc:Fallback>
          <p:sp>
            <p:nvSpPr>
              <p:cNvPr id="336" name="文本框 3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0636" y="5490471"/>
                <a:ext cx="2549525" cy="521970"/>
              </a:xfrm>
              <a:prstGeom prst="rect">
                <a:avLst/>
              </a:prstGeom>
              <a:blipFill rotWithShape="1">
                <a:blip r:embed="rId22"/>
                <a:stretch>
                  <a:fillRect l="-13" t="-50" r="-12316" b="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7" name="文本框 336"/>
              <p:cNvSpPr txBox="1"/>
              <p:nvPr/>
            </p:nvSpPr>
            <p:spPr>
              <a:xfrm>
                <a:off x="10217786" y="7259281"/>
                <a:ext cx="3060066" cy="86550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algn="ctr"/>
                <a:r>
                  <a:rPr lang="en-US" altLang="zh-CN" sz="28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Source Node: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80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zh-CN" sz="2800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8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Source</m:t>
                      </m:r>
                      <m:r>
                        <a:rPr lang="en-US" altLang="zh-CN" sz="28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sz="28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Type</m:t>
                      </m:r>
                      <m:r>
                        <a:rPr lang="en-US" altLang="zh-CN" sz="28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: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𝜙</m:t>
                      </m:r>
                      <m:r>
                        <a:rPr lang="en-US" altLang="zh-CN" sz="28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8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en-US" altLang="zh-CN" sz="2800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zh-CN" sz="2800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 algn="ctr"/>
                <a:endParaRPr lang="en-US" altLang="zh-CN" sz="2800" dirty="0"/>
              </a:p>
            </p:txBody>
          </p:sp>
        </mc:Choice>
        <mc:Fallback>
          <p:sp>
            <p:nvSpPr>
              <p:cNvPr id="337" name="文本框 3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17786" y="7259281"/>
                <a:ext cx="3060066" cy="865505"/>
              </a:xfrm>
              <a:prstGeom prst="rect">
                <a:avLst/>
              </a:prstGeom>
              <a:blipFill rotWithShape="1">
                <a:blip r:embed="rId23"/>
                <a:stretch>
                  <a:fillRect t="-69" b="-1024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8" name="文本框 337"/>
              <p:cNvSpPr txBox="1"/>
              <p:nvPr/>
            </p:nvSpPr>
            <p:spPr>
              <a:xfrm>
                <a:off x="10223501" y="921980"/>
                <a:ext cx="3084830" cy="81216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algn="ctr"/>
                <a:r>
                  <a:rPr lang="en-US" altLang="zh-CN" sz="28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Source Node: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zh-CN" sz="2800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8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Source</m:t>
                      </m:r>
                      <m:r>
                        <a:rPr lang="en-US" altLang="zh-CN" sz="28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sz="28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Type</m:t>
                      </m:r>
                      <m:r>
                        <a:rPr lang="en-US" altLang="zh-CN" sz="28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: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𝜙</m:t>
                      </m:r>
                      <m:r>
                        <a:rPr lang="en-US" altLang="zh-CN" sz="28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8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en-US" altLang="zh-CN" sz="2800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zh-CN" sz="2800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endParaRPr lang="en-US" altLang="zh-CN" sz="2800" dirty="0"/>
              </a:p>
            </p:txBody>
          </p:sp>
        </mc:Choice>
        <mc:Fallback>
          <p:sp>
            <p:nvSpPr>
              <p:cNvPr id="338" name="文本框 3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23501" y="921980"/>
                <a:ext cx="3084830" cy="812165"/>
              </a:xfrm>
              <a:prstGeom prst="rect">
                <a:avLst/>
              </a:prstGeom>
              <a:blipFill rotWithShape="1">
                <a:blip r:embed="rId24"/>
                <a:stretch>
                  <a:fillRect t="-73" b="-1157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4" name="文本框 383"/>
              <p:cNvSpPr txBox="1"/>
              <p:nvPr/>
            </p:nvSpPr>
            <p:spPr>
              <a:xfrm>
                <a:off x="8330387" y="4065496"/>
                <a:ext cx="2549525" cy="82931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8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Target</m:t>
                      </m:r>
                      <m:r>
                        <a:rPr lang="en-US" altLang="zh-CN" sz="28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sz="28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Node</m:t>
                      </m:r>
                      <m:r>
                        <a:rPr lang="en-US" altLang="zh-CN" sz="28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: </m:t>
                      </m:r>
                      <m:r>
                        <m:rPr>
                          <m:sty m:val="p"/>
                        </m:rPr>
                        <a:rPr lang="en-US" altLang="zh-CN" sz="28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t</m:t>
                      </m:r>
                    </m:oMath>
                  </m:oMathPara>
                </a14:m>
                <a:endParaRPr lang="en-US" altLang="zh-CN" sz="2800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8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Target</m:t>
                      </m:r>
                      <m:r>
                        <a:rPr lang="en-US" altLang="zh-CN" sz="28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sz="28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Type</m:t>
                      </m:r>
                      <m:r>
                        <a:rPr lang="en-US" altLang="zh-CN" sz="28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: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𝜙</m:t>
                      </m:r>
                      <m:r>
                        <a:rPr lang="en-US" altLang="zh-CN" sz="28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𝑡</m:t>
                      </m:r>
                      <m:r>
                        <a:rPr lang="en-US" altLang="zh-CN" sz="28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en-US" altLang="zh-CN" sz="2800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 algn="ctr"/>
                <a:endParaRPr lang="en-US" altLang="zh-CN" sz="2800" dirty="0"/>
              </a:p>
            </p:txBody>
          </p:sp>
        </mc:Choice>
        <mc:Fallback>
          <p:sp>
            <p:nvSpPr>
              <p:cNvPr id="384" name="文本框 38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0387" y="4065496"/>
                <a:ext cx="2549525" cy="829310"/>
              </a:xfrm>
              <a:prstGeom prst="rect">
                <a:avLst/>
              </a:prstGeom>
              <a:blipFill rotWithShape="1">
                <a:blip r:embed="rId25"/>
                <a:stretch>
                  <a:fillRect l="-18" t="-27" r="-9920" b="-598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5" name="文本框 384"/>
              <p:cNvSpPr txBox="1"/>
              <p:nvPr/>
            </p:nvSpPr>
            <p:spPr>
              <a:xfrm>
                <a:off x="12360610" y="2311979"/>
                <a:ext cx="1318895" cy="44704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  <a:sym typeface="+mn-ea"/>
                            </a:rPr>
                          </m:ctrlPr>
                        </m:sSubPr>
                        <m:e>
                          <m: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  <a:sym typeface="+mn-ea"/>
                            </a:rPr>
                            <m:t>𝑥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4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4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CN" sz="4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altLang="zh-CN" sz="2400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zh-CN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endParaRPr lang="en-US" altLang="zh-CN" dirty="0"/>
              </a:p>
            </p:txBody>
          </p:sp>
        </mc:Choice>
        <mc:Fallback>
          <p:sp>
            <p:nvSpPr>
              <p:cNvPr id="385" name="文本框 38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60610" y="2311979"/>
                <a:ext cx="1318895" cy="447040"/>
              </a:xfrm>
              <a:prstGeom prst="rect">
                <a:avLst/>
              </a:prstGeom>
              <a:blipFill rotWithShape="1">
                <a:blip r:embed="rId26"/>
                <a:stretch>
                  <a:fillRect l="-25" t="-130" r="25" b="-1963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6" name="文本框 385"/>
              <p:cNvSpPr txBox="1"/>
              <p:nvPr/>
            </p:nvSpPr>
            <p:spPr>
              <a:xfrm>
                <a:off x="12265359" y="4413829"/>
                <a:ext cx="1318895" cy="44704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  <a:sym typeface="+mn-ea"/>
                            </a:rPr>
                          </m:ctrlPr>
                        </m:sSubPr>
                        <m:e>
                          <m: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  <a:sym typeface="+mn-ea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altLang="zh-CN" sz="4000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zh-CN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endParaRPr lang="en-US" altLang="zh-CN" dirty="0"/>
              </a:p>
            </p:txBody>
          </p:sp>
        </mc:Choice>
        <mc:Fallback>
          <p:sp>
            <p:nvSpPr>
              <p:cNvPr id="386" name="文本框 38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65359" y="4413829"/>
                <a:ext cx="1318895" cy="447040"/>
              </a:xfrm>
              <a:prstGeom prst="rect">
                <a:avLst/>
              </a:prstGeom>
              <a:blipFill rotWithShape="1">
                <a:blip r:embed="rId27"/>
                <a:stretch>
                  <a:fillRect l="-25" t="-130" r="25" b="-1896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7" name="文本框 386"/>
              <p:cNvSpPr txBox="1"/>
              <p:nvPr/>
            </p:nvSpPr>
            <p:spPr>
              <a:xfrm>
                <a:off x="12348546" y="6544888"/>
                <a:ext cx="1318895" cy="44704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  <a:sym typeface="+mn-ea"/>
                            </a:rPr>
                          </m:ctrlPr>
                        </m:sSubPr>
                        <m:e>
                          <m: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  <a:sym typeface="+mn-ea"/>
                            </a:rPr>
                            <m:t>𝑥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4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4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CN" sz="4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altLang="zh-CN" sz="4000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zh-CN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endParaRPr lang="en-US" altLang="zh-CN" dirty="0"/>
              </a:p>
            </p:txBody>
          </p:sp>
        </mc:Choice>
        <mc:Fallback>
          <p:sp>
            <p:nvSpPr>
              <p:cNvPr id="387" name="文本框 38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48546" y="6544888"/>
                <a:ext cx="1318895" cy="447040"/>
              </a:xfrm>
              <a:prstGeom prst="rect">
                <a:avLst/>
              </a:prstGeom>
              <a:blipFill rotWithShape="1">
                <a:blip r:embed="rId28"/>
                <a:stretch>
                  <a:fillRect l="-25" t="-129" r="25" b="-1963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8" name="文本框 387"/>
              <p:cNvSpPr txBox="1"/>
              <p:nvPr/>
            </p:nvSpPr>
            <p:spPr>
              <a:xfrm>
                <a:off x="15168261" y="2361509"/>
                <a:ext cx="1318895" cy="44704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  <a:sym typeface="+mn-ea"/>
                            </a:rPr>
                          </m:ctrlPr>
                        </m:sSubPr>
                        <m:e>
                          <m: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  <a:sym typeface="+mn-ea"/>
                            </a:rPr>
                            <m:t>ℎ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4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4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CN" sz="4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altLang="zh-CN" sz="2400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zh-CN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endParaRPr lang="en-US" altLang="zh-CN" dirty="0"/>
              </a:p>
            </p:txBody>
          </p:sp>
        </mc:Choice>
        <mc:Fallback>
          <p:sp>
            <p:nvSpPr>
              <p:cNvPr id="388" name="文本框 38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68261" y="2361509"/>
                <a:ext cx="1318895" cy="447040"/>
              </a:xfrm>
              <a:prstGeom prst="rect">
                <a:avLst/>
              </a:prstGeom>
              <a:blipFill rotWithShape="1">
                <a:blip r:embed="rId29"/>
                <a:stretch>
                  <a:fillRect l="-1" t="-130" r="1" b="-1872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9" name="文本框 388"/>
              <p:cNvSpPr txBox="1"/>
              <p:nvPr/>
            </p:nvSpPr>
            <p:spPr>
              <a:xfrm>
                <a:off x="15099046" y="4470344"/>
                <a:ext cx="1318895" cy="44704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  <a:sym typeface="+mn-ea"/>
                            </a:rPr>
                          </m:ctrlPr>
                        </m:sSubPr>
                        <m:e>
                          <m: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  <a:sym typeface="+mn-ea"/>
                            </a:rPr>
                            <m:t>ℎ</m:t>
                          </m:r>
                        </m:e>
                        <m:sub>
                          <m: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altLang="zh-CN" sz="400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zh-CN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endParaRPr lang="en-US" altLang="zh-CN"/>
              </a:p>
            </p:txBody>
          </p:sp>
        </mc:Choice>
        <mc:Fallback>
          <p:sp>
            <p:nvSpPr>
              <p:cNvPr id="389" name="文本框 38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99046" y="4470344"/>
                <a:ext cx="1318895" cy="447040"/>
              </a:xfrm>
              <a:prstGeom prst="rect">
                <a:avLst/>
              </a:prstGeom>
              <a:blipFill rotWithShape="1">
                <a:blip r:embed="rId30"/>
                <a:stretch>
                  <a:fillRect l="-1" t="-130" r="1" b="-1896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0" name="文本框 389"/>
              <p:cNvSpPr txBox="1"/>
              <p:nvPr/>
            </p:nvSpPr>
            <p:spPr>
              <a:xfrm>
                <a:off x="15220968" y="6681413"/>
                <a:ext cx="1318895" cy="44704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  <a:sym typeface="+mn-ea"/>
                            </a:rPr>
                          </m:ctrlPr>
                        </m:sSubPr>
                        <m:e>
                          <m: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  <a:sym typeface="+mn-ea"/>
                            </a:rPr>
                            <m:t>ℎ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4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4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CN" sz="4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altLang="zh-CN" sz="400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zh-CN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endParaRPr lang="en-US" altLang="zh-CN"/>
              </a:p>
            </p:txBody>
          </p:sp>
        </mc:Choice>
        <mc:Fallback>
          <p:sp>
            <p:nvSpPr>
              <p:cNvPr id="390" name="文本框 38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20968" y="6681413"/>
                <a:ext cx="1318895" cy="447040"/>
              </a:xfrm>
              <a:prstGeom prst="rect">
                <a:avLst/>
              </a:prstGeom>
              <a:blipFill rotWithShape="1">
                <a:blip r:embed="rId31"/>
                <a:stretch>
                  <a:fillRect l="-1" t="-129" r="1" b="-1872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1" name="直接箭头连接符 390"/>
          <p:cNvCxnSpPr/>
          <p:nvPr/>
        </p:nvCxnSpPr>
        <p:spPr>
          <a:xfrm>
            <a:off x="29998669" y="4542117"/>
            <a:ext cx="2280920" cy="8255"/>
          </a:xfrm>
          <a:prstGeom prst="straightConnector1">
            <a:avLst/>
          </a:prstGeom>
          <a:ln w="28575" cmpd="sng">
            <a:solidFill>
              <a:srgbClr val="00B05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99" name="文本框 398"/>
              <p:cNvSpPr txBox="1"/>
              <p:nvPr/>
            </p:nvSpPr>
            <p:spPr>
              <a:xfrm>
                <a:off x="24965361" y="6262314"/>
                <a:ext cx="1318895" cy="44704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  <a:sym typeface="+mn-ea"/>
                            </a:rPr>
                          </m:ctrlPr>
                        </m:sSubPr>
                        <m:e>
                          <m: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  <a:sym typeface="+mn-ea"/>
                            </a:rPr>
                            <m:t>𝛼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4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  <a:sym typeface="+mn-ea"/>
                                </a:rPr>
                              </m:ctrlPr>
                            </m:sSubPr>
                            <m:e>
                              <m:r>
                                <a:rPr lang="en-US" altLang="zh-CN" sz="4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  <a:sym typeface="+mn-ea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CN" sz="4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  <a:sym typeface="+mn-ea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  <a:sym typeface="+mn-ea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altLang="zh-CN" sz="4000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zh-CN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endParaRPr lang="en-US" altLang="zh-CN" dirty="0"/>
              </a:p>
            </p:txBody>
          </p:sp>
        </mc:Choice>
        <mc:Fallback>
          <p:sp>
            <p:nvSpPr>
              <p:cNvPr id="399" name="文本框 39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65361" y="6262314"/>
                <a:ext cx="1318895" cy="447040"/>
              </a:xfrm>
              <a:prstGeom prst="rect">
                <a:avLst/>
              </a:prstGeom>
              <a:blipFill rotWithShape="1">
                <a:blip r:embed="rId32"/>
                <a:stretch>
                  <a:fillRect l="-25" t="-130" r="25" b="-1963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0" name="文本框 399"/>
              <p:cNvSpPr txBox="1"/>
              <p:nvPr/>
            </p:nvSpPr>
            <p:spPr>
              <a:xfrm>
                <a:off x="24996046" y="1966509"/>
                <a:ext cx="1318895" cy="44704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  <a:sym typeface="+mn-ea"/>
                            </a:rPr>
                          </m:ctrlPr>
                        </m:sSubPr>
                        <m:e>
                          <m: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  <a:sym typeface="+mn-ea"/>
                            </a:rPr>
                            <m:t>𝛼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4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  <a:sym typeface="+mn-ea"/>
                                </a:rPr>
                              </m:ctrlPr>
                            </m:sSubPr>
                            <m:e>
                              <m:r>
                                <a:rPr lang="en-US" altLang="zh-CN" sz="4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  <a:sym typeface="+mn-ea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CN" sz="4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  <a:sym typeface="+mn-ea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  <a:sym typeface="+mn-ea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altLang="zh-CN" sz="4000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zh-CN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endParaRPr lang="en-US" altLang="zh-CN" dirty="0"/>
              </a:p>
            </p:txBody>
          </p:sp>
        </mc:Choice>
        <mc:Fallback>
          <p:sp>
            <p:nvSpPr>
              <p:cNvPr id="400" name="文本框 39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96046" y="1966509"/>
                <a:ext cx="1318895" cy="447040"/>
              </a:xfrm>
              <a:prstGeom prst="rect">
                <a:avLst/>
              </a:prstGeom>
              <a:blipFill rotWithShape="1">
                <a:blip r:embed="rId33"/>
                <a:stretch>
                  <a:fillRect l="-41" t="-123" r="41" b="-1963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08" name="组合 407"/>
          <p:cNvGrpSpPr/>
          <p:nvPr/>
        </p:nvGrpSpPr>
        <p:grpSpPr>
          <a:xfrm>
            <a:off x="32096709" y="4362394"/>
            <a:ext cx="1056640" cy="369570"/>
            <a:chOff x="66635" y="7379"/>
            <a:chExt cx="1664" cy="582"/>
          </a:xfrm>
        </p:grpSpPr>
        <p:sp>
          <p:nvSpPr>
            <p:cNvPr id="409" name="Google Shape;78;p16"/>
            <p:cNvSpPr/>
            <p:nvPr/>
          </p:nvSpPr>
          <p:spPr>
            <a:xfrm>
              <a:off x="67748" y="7397"/>
              <a:ext cx="546" cy="564"/>
            </a:xfrm>
            <a:prstGeom prst="roundRect">
              <a:avLst>
                <a:gd name="adj" fmla="val 13186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2857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endParaRPr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410" name="Google Shape;78;p16"/>
            <p:cNvSpPr/>
            <p:nvPr/>
          </p:nvSpPr>
          <p:spPr>
            <a:xfrm>
              <a:off x="66647" y="7397"/>
              <a:ext cx="546" cy="564"/>
            </a:xfrm>
            <a:prstGeom prst="roundRect">
              <a:avLst>
                <a:gd name="adj" fmla="val 13186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2857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endParaRPr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411" name="Google Shape;78;p16"/>
            <p:cNvSpPr/>
            <p:nvPr/>
          </p:nvSpPr>
          <p:spPr>
            <a:xfrm>
              <a:off x="67207" y="7379"/>
              <a:ext cx="546" cy="564"/>
            </a:xfrm>
            <a:prstGeom prst="roundRect">
              <a:avLst>
                <a:gd name="adj" fmla="val 13186"/>
              </a:avLst>
            </a:prstGeom>
            <a:solidFill>
              <a:schemeClr val="accent4">
                <a:lumMod val="75000"/>
              </a:schemeClr>
            </a:solidFill>
            <a:ln w="2857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endParaRPr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grpSp>
          <p:nvGrpSpPr>
            <p:cNvPr id="412" name="组合 411"/>
            <p:cNvGrpSpPr>
              <a:grpSpLocks noChangeAspect="1"/>
            </p:cNvGrpSpPr>
            <p:nvPr/>
          </p:nvGrpSpPr>
          <p:grpSpPr>
            <a:xfrm>
              <a:off x="66635" y="7394"/>
              <a:ext cx="1664" cy="567"/>
              <a:chOff x="2119" y="6323"/>
              <a:chExt cx="3552" cy="1210"/>
            </a:xfrm>
            <a:noFill/>
          </p:grpSpPr>
          <p:sp>
            <p:nvSpPr>
              <p:cNvPr id="413" name="Google Shape;78;p16"/>
              <p:cNvSpPr/>
              <p:nvPr/>
            </p:nvSpPr>
            <p:spPr>
              <a:xfrm>
                <a:off x="2119" y="6323"/>
                <a:ext cx="3553" cy="1204"/>
              </a:xfrm>
              <a:prstGeom prst="roundRect">
                <a:avLst>
                  <a:gd name="adj" fmla="val 16667"/>
                </a:avLst>
              </a:prstGeom>
              <a:grpFill/>
              <a:ln w="28575" cap="flat" cmpd="sng">
                <a:solidFill>
                  <a:srgbClr val="00B05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p>
                <a:endParaRPr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  <p:cxnSp>
            <p:nvCxnSpPr>
              <p:cNvPr id="414" name="Google Shape;79;p16"/>
              <p:cNvCxnSpPr/>
              <p:nvPr/>
            </p:nvCxnSpPr>
            <p:spPr>
              <a:xfrm flipH="1">
                <a:off x="3327" y="6329"/>
                <a:ext cx="12" cy="1204"/>
              </a:xfrm>
              <a:prstGeom prst="straightConnector1">
                <a:avLst/>
              </a:prstGeom>
              <a:grpFill/>
              <a:ln w="28575" cap="flat" cmpd="sng">
                <a:solidFill>
                  <a:srgbClr val="00B05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15" name="Google Shape;80;p16"/>
              <p:cNvCxnSpPr/>
              <p:nvPr/>
            </p:nvCxnSpPr>
            <p:spPr>
              <a:xfrm flipH="1">
                <a:off x="4494" y="6329"/>
                <a:ext cx="12" cy="1204"/>
              </a:xfrm>
              <a:prstGeom prst="straightConnector1">
                <a:avLst/>
              </a:prstGeom>
              <a:grpFill/>
              <a:ln w="28575" cap="flat" cmpd="sng">
                <a:solidFill>
                  <a:srgbClr val="00B05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16" name="文本框 415"/>
              <p:cNvSpPr txBox="1"/>
              <p:nvPr/>
            </p:nvSpPr>
            <p:spPr>
              <a:xfrm>
                <a:off x="31974170" y="3705804"/>
                <a:ext cx="1318895" cy="44704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  <a:sym typeface="+mn-ea"/>
                            </a:rPr>
                          </m:ctrlPr>
                        </m:sSubPr>
                        <m:e>
                          <m: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  <a:sym typeface="+mn-ea"/>
                            </a:rPr>
                            <m:t>ℎ</m:t>
                          </m:r>
                        </m:e>
                        <m:sub>
                          <m: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altLang="zh-CN" sz="4000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zh-CN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endParaRPr lang="en-US" altLang="zh-CN" dirty="0"/>
              </a:p>
            </p:txBody>
          </p:sp>
        </mc:Choice>
        <mc:Fallback>
          <p:sp>
            <p:nvSpPr>
              <p:cNvPr id="416" name="文本框 4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74170" y="3705804"/>
                <a:ext cx="1318895" cy="447040"/>
              </a:xfrm>
              <a:prstGeom prst="rect">
                <a:avLst/>
              </a:prstGeom>
              <a:blipFill rotWithShape="1">
                <a:blip r:embed="rId30"/>
                <a:stretch>
                  <a:fillRect l="-1" t="-130" r="1" b="-1896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17" name="图片 416" descr="加号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7508835" y="6715068"/>
            <a:ext cx="539750" cy="53975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18" name="文本框 417"/>
              <p:cNvSpPr txBox="1"/>
              <p:nvPr/>
            </p:nvSpPr>
            <p:spPr>
              <a:xfrm>
                <a:off x="28155283" y="6600133"/>
                <a:ext cx="3239135" cy="44704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r>
                  <a:rPr lang="en-US" altLang="zh-CN" sz="4000">
                    <a:latin typeface="Cambria Math" panose="02040503050406030204" pitchFamily="18" charset="0"/>
                    <a:cs typeface="Cambria Math" panose="02040503050406030204" pitchFamily="18" charset="0"/>
                  </a:rPr>
                  <a:t>concatenate</a:t>
                </a:r>
                <a:endParaRPr lang="en-US" altLang="zh-CN" sz="400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zh-CN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endParaRPr lang="en-US" altLang="zh-CN"/>
              </a:p>
            </p:txBody>
          </p:sp>
        </mc:Choice>
        <mc:Fallback>
          <p:sp>
            <p:nvSpPr>
              <p:cNvPr id="418" name="文本框 4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55283" y="6600133"/>
                <a:ext cx="3239135" cy="447040"/>
              </a:xfrm>
              <a:prstGeom prst="rect">
                <a:avLst/>
              </a:prstGeom>
              <a:blipFill rotWithShape="1">
                <a:blip r:embed="rId34"/>
                <a:stretch>
                  <a:fillRect l="-1" t="-129" r="1" b="-1896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19" name="图片 418" descr="叉号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7509470" y="7396423"/>
            <a:ext cx="539750" cy="53975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20" name="文本框 419"/>
              <p:cNvSpPr txBox="1"/>
              <p:nvPr/>
            </p:nvSpPr>
            <p:spPr>
              <a:xfrm>
                <a:off x="28160363" y="7275773"/>
                <a:ext cx="3239135" cy="44704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r>
                  <a:rPr lang="en-US" altLang="zh-CN" sz="4000">
                    <a:latin typeface="Cambria Math" panose="02040503050406030204" pitchFamily="18" charset="0"/>
                    <a:cs typeface="Cambria Math" panose="02040503050406030204" pitchFamily="18" charset="0"/>
                  </a:rPr>
                  <a:t>product</a:t>
                </a:r>
                <a:endParaRPr lang="en-US" altLang="zh-CN" sz="400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zh-CN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endParaRPr lang="en-US" altLang="zh-CN"/>
              </a:p>
            </p:txBody>
          </p:sp>
        </mc:Choice>
        <mc:Fallback>
          <p:sp>
            <p:nvSpPr>
              <p:cNvPr id="420" name="文本框 4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60363" y="7275773"/>
                <a:ext cx="3239135" cy="447040"/>
              </a:xfrm>
              <a:prstGeom prst="rect">
                <a:avLst/>
              </a:prstGeom>
              <a:blipFill rotWithShape="1">
                <a:blip r:embed="rId35"/>
                <a:stretch>
                  <a:fillRect l="-1" t="-129" r="1" b="-1896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1" name="椭圆 420"/>
          <p:cNvSpPr>
            <a:spLocks noChangeAspect="1"/>
          </p:cNvSpPr>
          <p:nvPr/>
        </p:nvSpPr>
        <p:spPr>
          <a:xfrm>
            <a:off x="34106002" y="2093085"/>
            <a:ext cx="4973320" cy="4973320"/>
          </a:xfrm>
          <a:prstGeom prst="ellipse">
            <a:avLst/>
          </a:prstGeom>
          <a:solidFill>
            <a:schemeClr val="accent1">
              <a:lumMod val="20000"/>
              <a:lumOff val="80000"/>
              <a:alpha val="20000"/>
            </a:schemeClr>
          </a:solidFill>
          <a:ln w="63500" cmpd="sng">
            <a:solidFill>
              <a:schemeClr val="tx1">
                <a:alpha val="50000"/>
              </a:schemeClr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2" name="椭圆 421"/>
          <p:cNvSpPr>
            <a:spLocks noChangeAspect="1"/>
          </p:cNvSpPr>
          <p:nvPr/>
        </p:nvSpPr>
        <p:spPr>
          <a:xfrm>
            <a:off x="35172183" y="3805061"/>
            <a:ext cx="1800225" cy="1800225"/>
          </a:xfrm>
          <a:prstGeom prst="ellipse">
            <a:avLst/>
          </a:prstGeom>
          <a:solidFill>
            <a:schemeClr val="accent1">
              <a:lumMod val="20000"/>
              <a:lumOff val="80000"/>
              <a:alpha val="20000"/>
            </a:schemeClr>
          </a:solidFill>
          <a:ln w="63500" cmpd="sng">
            <a:solidFill>
              <a:schemeClr val="tx1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423" name="组合 422"/>
          <p:cNvGrpSpPr>
            <a:grpSpLocks noChangeAspect="1"/>
          </p:cNvGrpSpPr>
          <p:nvPr/>
        </p:nvGrpSpPr>
        <p:grpSpPr>
          <a:xfrm>
            <a:off x="35565248" y="720866"/>
            <a:ext cx="5164455" cy="6894945"/>
            <a:chOff x="9255" y="436"/>
            <a:chExt cx="4232" cy="5650"/>
          </a:xfrm>
          <a:solidFill>
            <a:schemeClr val="accent1">
              <a:lumMod val="20000"/>
              <a:lumOff val="80000"/>
              <a:alpha val="20000"/>
            </a:schemeClr>
          </a:solidFill>
        </p:grpSpPr>
        <p:pic>
          <p:nvPicPr>
            <p:cNvPr id="424" name="图片 423" descr="target nod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609" y="1783"/>
              <a:ext cx="869" cy="869"/>
            </a:xfrm>
            <a:prstGeom prst="rect">
              <a:avLst/>
            </a:prstGeom>
            <a:grpFill/>
          </p:spPr>
        </p:pic>
        <p:pic>
          <p:nvPicPr>
            <p:cNvPr id="425" name="图片 424" descr="herb node"/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9255" y="3271"/>
              <a:ext cx="869" cy="869"/>
            </a:xfrm>
            <a:prstGeom prst="rect">
              <a:avLst/>
            </a:prstGeom>
            <a:grpFill/>
          </p:spPr>
        </p:pic>
        <p:pic>
          <p:nvPicPr>
            <p:cNvPr id="426" name="图片 425" descr="herb node"/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12619" y="2403"/>
              <a:ext cx="868" cy="868"/>
            </a:xfrm>
            <a:prstGeom prst="rect">
              <a:avLst/>
            </a:prstGeom>
            <a:grpFill/>
          </p:spPr>
        </p:pic>
        <p:pic>
          <p:nvPicPr>
            <p:cNvPr id="427" name="图片 426" descr="molecule node"/>
            <p:cNvPicPr>
              <a:picLocks noChangeAspect="1"/>
            </p:cNvPicPr>
            <p:nvPr/>
          </p:nvPicPr>
          <p:blipFill>
            <a:blip r:embed="rId37"/>
            <a:stretch>
              <a:fillRect/>
            </a:stretch>
          </p:blipFill>
          <p:spPr>
            <a:xfrm>
              <a:off x="10797" y="3948"/>
              <a:ext cx="868" cy="868"/>
            </a:xfrm>
            <a:prstGeom prst="rect">
              <a:avLst/>
            </a:prstGeom>
            <a:grpFill/>
          </p:spPr>
        </p:pic>
        <p:pic>
          <p:nvPicPr>
            <p:cNvPr id="428" name="图片 427" descr="molecule node"/>
            <p:cNvPicPr>
              <a:picLocks noChangeAspect="1"/>
            </p:cNvPicPr>
            <p:nvPr/>
          </p:nvPicPr>
          <p:blipFill>
            <a:blip r:embed="rId37"/>
            <a:stretch>
              <a:fillRect/>
            </a:stretch>
          </p:blipFill>
          <p:spPr>
            <a:xfrm>
              <a:off x="10673" y="2652"/>
              <a:ext cx="868" cy="868"/>
            </a:xfrm>
            <a:prstGeom prst="rect">
              <a:avLst/>
            </a:prstGeom>
            <a:grpFill/>
          </p:spPr>
        </p:pic>
        <p:pic>
          <p:nvPicPr>
            <p:cNvPr id="429" name="图片 428" descr="disease node"/>
            <p:cNvPicPr>
              <a:picLocks noChangeAspect="1"/>
            </p:cNvPicPr>
            <p:nvPr/>
          </p:nvPicPr>
          <p:blipFill>
            <a:blip r:embed="rId38"/>
            <a:stretch>
              <a:fillRect/>
            </a:stretch>
          </p:blipFill>
          <p:spPr>
            <a:xfrm>
              <a:off x="9539" y="436"/>
              <a:ext cx="869" cy="869"/>
            </a:xfrm>
            <a:prstGeom prst="rect">
              <a:avLst/>
            </a:prstGeom>
            <a:grpFill/>
          </p:spPr>
        </p:pic>
        <p:cxnSp>
          <p:nvCxnSpPr>
            <p:cNvPr id="430" name="直接连接符 429"/>
            <p:cNvCxnSpPr>
              <a:stCxn id="429" idx="2"/>
              <a:endCxn id="424" idx="0"/>
            </p:cNvCxnSpPr>
            <p:nvPr/>
          </p:nvCxnSpPr>
          <p:spPr>
            <a:xfrm>
              <a:off x="9974" y="1305"/>
              <a:ext cx="70" cy="478"/>
            </a:xfrm>
            <a:prstGeom prst="line">
              <a:avLst/>
            </a:prstGeom>
            <a:ln w="101600" cmpd="dbl">
              <a:solidFill>
                <a:schemeClr val="tx1"/>
              </a:solidFill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31" name="直接连接符 430"/>
            <p:cNvCxnSpPr>
              <a:endCxn id="427" idx="3"/>
            </p:cNvCxnSpPr>
            <p:nvPr/>
          </p:nvCxnSpPr>
          <p:spPr>
            <a:xfrm flipH="1">
              <a:off x="11664" y="4112"/>
              <a:ext cx="961" cy="270"/>
            </a:xfrm>
            <a:prstGeom prst="line">
              <a:avLst/>
            </a:prstGeom>
            <a:ln w="101600">
              <a:solidFill>
                <a:schemeClr val="tx1"/>
              </a:solidFill>
              <a:prstDash val="sysDot"/>
              <a:headEnd type="none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32" name="直接连接符 431"/>
            <p:cNvCxnSpPr/>
            <p:nvPr/>
          </p:nvCxnSpPr>
          <p:spPr>
            <a:xfrm flipH="1" flipV="1">
              <a:off x="10106" y="3908"/>
              <a:ext cx="729" cy="290"/>
            </a:xfrm>
            <a:prstGeom prst="line">
              <a:avLst/>
            </a:prstGeom>
            <a:ln w="101600">
              <a:solidFill>
                <a:schemeClr val="tx1"/>
              </a:solidFill>
              <a:prstDash val="sysDot"/>
              <a:headEnd type="none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33" name="直接连接符 432"/>
            <p:cNvCxnSpPr/>
            <p:nvPr/>
          </p:nvCxnSpPr>
          <p:spPr>
            <a:xfrm flipV="1">
              <a:off x="10032" y="3215"/>
              <a:ext cx="654" cy="235"/>
            </a:xfrm>
            <a:prstGeom prst="line">
              <a:avLst/>
            </a:prstGeom>
            <a:ln w="101600">
              <a:solidFill>
                <a:schemeClr val="tx1"/>
              </a:solidFill>
              <a:prstDash val="sysDot"/>
              <a:head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34" name="直接连接符 433"/>
            <p:cNvCxnSpPr>
              <a:stCxn id="426" idx="1"/>
            </p:cNvCxnSpPr>
            <p:nvPr/>
          </p:nvCxnSpPr>
          <p:spPr>
            <a:xfrm flipH="1">
              <a:off x="11541" y="2837"/>
              <a:ext cx="1078" cy="353"/>
            </a:xfrm>
            <a:prstGeom prst="line">
              <a:avLst/>
            </a:prstGeom>
            <a:ln w="101600">
              <a:solidFill>
                <a:schemeClr val="tx1"/>
              </a:solidFill>
              <a:prstDash val="sysDot"/>
              <a:headEnd type="none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pic>
          <p:nvPicPr>
            <p:cNvPr id="435" name="图片 434" descr="herb node"/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12532" y="4493"/>
              <a:ext cx="868" cy="868"/>
            </a:xfrm>
            <a:prstGeom prst="rect">
              <a:avLst/>
            </a:prstGeom>
            <a:grpFill/>
          </p:spPr>
        </p:pic>
        <p:cxnSp>
          <p:nvCxnSpPr>
            <p:cNvPr id="436" name="直接连接符 435"/>
            <p:cNvCxnSpPr/>
            <p:nvPr/>
          </p:nvCxnSpPr>
          <p:spPr>
            <a:xfrm>
              <a:off x="11576" y="4641"/>
              <a:ext cx="974" cy="143"/>
            </a:xfrm>
            <a:prstGeom prst="line">
              <a:avLst/>
            </a:prstGeom>
            <a:ln w="101600">
              <a:solidFill>
                <a:schemeClr val="tx1"/>
              </a:solidFill>
              <a:prstDash val="sysDot"/>
              <a:head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37" name="直接连接符 436"/>
            <p:cNvCxnSpPr>
              <a:stCxn id="425" idx="0"/>
            </p:cNvCxnSpPr>
            <p:nvPr/>
          </p:nvCxnSpPr>
          <p:spPr>
            <a:xfrm flipV="1">
              <a:off x="9690" y="2633"/>
              <a:ext cx="203" cy="638"/>
            </a:xfrm>
            <a:prstGeom prst="line">
              <a:avLst/>
            </a:prstGeom>
            <a:ln w="101600">
              <a:solidFill>
                <a:schemeClr val="tx1"/>
              </a:solidFill>
              <a:prstDash val="sysDot"/>
              <a:head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pic>
          <p:nvPicPr>
            <p:cNvPr id="438" name="图片 437" descr="molecule node"/>
            <p:cNvPicPr>
              <a:picLocks noChangeAspect="1"/>
            </p:cNvPicPr>
            <p:nvPr/>
          </p:nvPicPr>
          <p:blipFill>
            <a:blip r:embed="rId37"/>
            <a:stretch>
              <a:fillRect/>
            </a:stretch>
          </p:blipFill>
          <p:spPr>
            <a:xfrm>
              <a:off x="10797" y="719"/>
              <a:ext cx="868" cy="868"/>
            </a:xfrm>
            <a:prstGeom prst="rect">
              <a:avLst/>
            </a:prstGeom>
            <a:grpFill/>
          </p:spPr>
        </p:pic>
        <p:cxnSp>
          <p:nvCxnSpPr>
            <p:cNvPr id="439" name="直接连接符 438"/>
            <p:cNvCxnSpPr/>
            <p:nvPr/>
          </p:nvCxnSpPr>
          <p:spPr>
            <a:xfrm flipH="1">
              <a:off x="10338" y="1420"/>
              <a:ext cx="592" cy="496"/>
            </a:xfrm>
            <a:prstGeom prst="line">
              <a:avLst/>
            </a:prstGeom>
            <a:ln w="82550">
              <a:solidFill>
                <a:schemeClr val="tx1"/>
              </a:solidFill>
              <a:prstDash val="dash"/>
              <a:headEnd type="none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pic>
          <p:nvPicPr>
            <p:cNvPr id="440" name="图片 439" descr="target nod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135" y="1383"/>
              <a:ext cx="869" cy="869"/>
            </a:xfrm>
            <a:prstGeom prst="rect">
              <a:avLst/>
            </a:prstGeom>
            <a:grpFill/>
          </p:spPr>
        </p:pic>
        <p:cxnSp>
          <p:nvCxnSpPr>
            <p:cNvPr id="441" name="直接连接符 440"/>
            <p:cNvCxnSpPr/>
            <p:nvPr/>
          </p:nvCxnSpPr>
          <p:spPr>
            <a:xfrm flipH="1">
              <a:off x="11344" y="2010"/>
              <a:ext cx="816" cy="688"/>
            </a:xfrm>
            <a:prstGeom prst="line">
              <a:avLst/>
            </a:prstGeom>
            <a:ln w="82550">
              <a:solidFill>
                <a:schemeClr val="tx1"/>
              </a:solidFill>
              <a:prstDash val="dash"/>
              <a:headEnd type="none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pic>
          <p:nvPicPr>
            <p:cNvPr id="442" name="图片 441" descr="herb node"/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12619" y="3554"/>
              <a:ext cx="868" cy="868"/>
            </a:xfrm>
            <a:prstGeom prst="rect">
              <a:avLst/>
            </a:prstGeom>
            <a:grpFill/>
          </p:spPr>
        </p:pic>
        <p:pic>
          <p:nvPicPr>
            <p:cNvPr id="443" name="图片 442" descr="target nod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621" y="5217"/>
              <a:ext cx="869" cy="869"/>
            </a:xfrm>
            <a:prstGeom prst="rect">
              <a:avLst/>
            </a:prstGeom>
            <a:grpFill/>
          </p:spPr>
        </p:pic>
        <p:cxnSp>
          <p:nvCxnSpPr>
            <p:cNvPr id="444" name="直接连接符 443"/>
            <p:cNvCxnSpPr/>
            <p:nvPr/>
          </p:nvCxnSpPr>
          <p:spPr>
            <a:xfrm flipH="1" flipV="1">
              <a:off x="11418" y="4772"/>
              <a:ext cx="335" cy="535"/>
            </a:xfrm>
            <a:prstGeom prst="line">
              <a:avLst/>
            </a:prstGeom>
            <a:ln w="82550">
              <a:solidFill>
                <a:schemeClr val="tx1"/>
              </a:solidFill>
              <a:prstDash val="dash"/>
              <a:headEnd type="none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pic>
        <p:nvPicPr>
          <p:cNvPr id="458" name="图片 457" descr="herb node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933957" y="13649363"/>
            <a:ext cx="995045" cy="995045"/>
          </a:xfrm>
          <a:prstGeom prst="rect">
            <a:avLst/>
          </a:prstGeom>
        </p:spPr>
      </p:pic>
      <p:grpSp>
        <p:nvGrpSpPr>
          <p:cNvPr id="497" name="组合 496"/>
          <p:cNvGrpSpPr>
            <a:grpSpLocks noChangeAspect="1"/>
          </p:cNvGrpSpPr>
          <p:nvPr/>
        </p:nvGrpSpPr>
        <p:grpSpPr>
          <a:xfrm>
            <a:off x="15817850" y="10397490"/>
            <a:ext cx="970280" cy="248920"/>
            <a:chOff x="366" y="509"/>
            <a:chExt cx="4718" cy="1210"/>
          </a:xfrm>
        </p:grpSpPr>
        <p:sp>
          <p:nvSpPr>
            <p:cNvPr id="498" name="Google Shape;78;p16"/>
            <p:cNvSpPr/>
            <p:nvPr/>
          </p:nvSpPr>
          <p:spPr>
            <a:xfrm>
              <a:off x="366" y="509"/>
              <a:ext cx="4719" cy="1204"/>
            </a:xfrm>
            <a:prstGeom prst="roundRect">
              <a:avLst>
                <a:gd name="adj" fmla="val 16667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28575" cap="flat" cmpd="sng">
              <a:solidFill>
                <a:srgbClr val="0070C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endParaRPr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cxnSp>
          <p:nvCxnSpPr>
            <p:cNvPr id="499" name="Google Shape;79;p16"/>
            <p:cNvCxnSpPr/>
            <p:nvPr/>
          </p:nvCxnSpPr>
          <p:spPr>
            <a:xfrm flipH="1">
              <a:off x="1574" y="515"/>
              <a:ext cx="12" cy="1204"/>
            </a:xfrm>
            <a:prstGeom prst="straightConnector1">
              <a:avLst/>
            </a:prstGeom>
            <a:noFill/>
            <a:ln w="28575" cap="flat" cmpd="sng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00" name="Google Shape;80;p16"/>
            <p:cNvCxnSpPr/>
            <p:nvPr/>
          </p:nvCxnSpPr>
          <p:spPr>
            <a:xfrm flipH="1">
              <a:off x="2741" y="515"/>
              <a:ext cx="12" cy="1204"/>
            </a:xfrm>
            <a:prstGeom prst="straightConnector1">
              <a:avLst/>
            </a:prstGeom>
            <a:noFill/>
            <a:ln w="28575" cap="flat" cmpd="sng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01" name="Google Shape;81;p16"/>
            <p:cNvCxnSpPr/>
            <p:nvPr/>
          </p:nvCxnSpPr>
          <p:spPr>
            <a:xfrm flipH="1">
              <a:off x="3908" y="515"/>
              <a:ext cx="12" cy="1204"/>
            </a:xfrm>
            <a:prstGeom prst="straightConnector1">
              <a:avLst/>
            </a:prstGeom>
            <a:noFill/>
            <a:ln w="28575" cap="flat" cmpd="sng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502" name="组合 501"/>
          <p:cNvGrpSpPr>
            <a:grpSpLocks noChangeAspect="1"/>
          </p:cNvGrpSpPr>
          <p:nvPr/>
        </p:nvGrpSpPr>
        <p:grpSpPr>
          <a:xfrm>
            <a:off x="15817850" y="10646410"/>
            <a:ext cx="970280" cy="248920"/>
            <a:chOff x="366" y="509"/>
            <a:chExt cx="4718" cy="1210"/>
          </a:xfrm>
        </p:grpSpPr>
        <p:sp>
          <p:nvSpPr>
            <p:cNvPr id="503" name="Google Shape;78;p16"/>
            <p:cNvSpPr/>
            <p:nvPr/>
          </p:nvSpPr>
          <p:spPr>
            <a:xfrm>
              <a:off x="366" y="509"/>
              <a:ext cx="4719" cy="1204"/>
            </a:xfrm>
            <a:prstGeom prst="roundRect">
              <a:avLst>
                <a:gd name="adj" fmla="val 16667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28575" cap="flat" cmpd="sng">
              <a:solidFill>
                <a:srgbClr val="0070C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endParaRPr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cxnSp>
          <p:nvCxnSpPr>
            <p:cNvPr id="504" name="Google Shape;79;p16"/>
            <p:cNvCxnSpPr/>
            <p:nvPr/>
          </p:nvCxnSpPr>
          <p:spPr>
            <a:xfrm flipH="1">
              <a:off x="1574" y="515"/>
              <a:ext cx="12" cy="1204"/>
            </a:xfrm>
            <a:prstGeom prst="straightConnector1">
              <a:avLst/>
            </a:prstGeom>
            <a:noFill/>
            <a:ln w="28575" cap="flat" cmpd="sng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05" name="Google Shape;80;p16"/>
            <p:cNvCxnSpPr/>
            <p:nvPr/>
          </p:nvCxnSpPr>
          <p:spPr>
            <a:xfrm flipH="1">
              <a:off x="2741" y="515"/>
              <a:ext cx="12" cy="1204"/>
            </a:xfrm>
            <a:prstGeom prst="straightConnector1">
              <a:avLst/>
            </a:prstGeom>
            <a:noFill/>
            <a:ln w="28575" cap="flat" cmpd="sng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06" name="Google Shape;81;p16"/>
            <p:cNvCxnSpPr/>
            <p:nvPr/>
          </p:nvCxnSpPr>
          <p:spPr>
            <a:xfrm flipH="1">
              <a:off x="3908" y="515"/>
              <a:ext cx="12" cy="1204"/>
            </a:xfrm>
            <a:prstGeom prst="straightConnector1">
              <a:avLst/>
            </a:prstGeom>
            <a:noFill/>
            <a:ln w="28575" cap="flat" cmpd="sng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507" name="组合 506"/>
          <p:cNvGrpSpPr/>
          <p:nvPr/>
        </p:nvGrpSpPr>
        <p:grpSpPr>
          <a:xfrm>
            <a:off x="15818501" y="12156201"/>
            <a:ext cx="969645" cy="495935"/>
            <a:chOff x="45392" y="24010"/>
            <a:chExt cx="2210" cy="1130"/>
          </a:xfrm>
        </p:grpSpPr>
        <p:grpSp>
          <p:nvGrpSpPr>
            <p:cNvPr id="508" name="组合 507"/>
            <p:cNvGrpSpPr>
              <a:grpSpLocks noChangeAspect="1"/>
            </p:cNvGrpSpPr>
            <p:nvPr/>
          </p:nvGrpSpPr>
          <p:grpSpPr>
            <a:xfrm>
              <a:off x="45392" y="24010"/>
              <a:ext cx="2211" cy="567"/>
              <a:chOff x="366" y="509"/>
              <a:chExt cx="4718" cy="1210"/>
            </a:xfrm>
          </p:grpSpPr>
          <p:sp>
            <p:nvSpPr>
              <p:cNvPr id="509" name="Google Shape;78;p16"/>
              <p:cNvSpPr/>
              <p:nvPr/>
            </p:nvSpPr>
            <p:spPr>
              <a:xfrm>
                <a:off x="366" y="509"/>
                <a:ext cx="4719" cy="1204"/>
              </a:xfrm>
              <a:prstGeom prst="roundRect">
                <a:avLst>
                  <a:gd name="adj" fmla="val 16667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28575" cap="flat" cmpd="sng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p>
                <a:endParaRPr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  <p:cxnSp>
            <p:nvCxnSpPr>
              <p:cNvPr id="510" name="Google Shape;79;p16"/>
              <p:cNvCxnSpPr/>
              <p:nvPr/>
            </p:nvCxnSpPr>
            <p:spPr>
              <a:xfrm flipH="1">
                <a:off x="1574" y="515"/>
                <a:ext cx="12" cy="1204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11" name="Google Shape;80;p16"/>
              <p:cNvCxnSpPr/>
              <p:nvPr/>
            </p:nvCxnSpPr>
            <p:spPr>
              <a:xfrm flipH="1">
                <a:off x="2741" y="515"/>
                <a:ext cx="12" cy="1204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12" name="Google Shape;81;p16"/>
              <p:cNvCxnSpPr/>
              <p:nvPr/>
            </p:nvCxnSpPr>
            <p:spPr>
              <a:xfrm flipH="1">
                <a:off x="3908" y="515"/>
                <a:ext cx="12" cy="1204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513" name="组合 512"/>
            <p:cNvGrpSpPr>
              <a:grpSpLocks noChangeAspect="1"/>
            </p:cNvGrpSpPr>
            <p:nvPr/>
          </p:nvGrpSpPr>
          <p:grpSpPr>
            <a:xfrm>
              <a:off x="45392" y="24574"/>
              <a:ext cx="2211" cy="567"/>
              <a:chOff x="366" y="509"/>
              <a:chExt cx="4718" cy="1210"/>
            </a:xfrm>
          </p:grpSpPr>
          <p:sp>
            <p:nvSpPr>
              <p:cNvPr id="514" name="Google Shape;78;p16"/>
              <p:cNvSpPr/>
              <p:nvPr/>
            </p:nvSpPr>
            <p:spPr>
              <a:xfrm>
                <a:off x="366" y="509"/>
                <a:ext cx="4719" cy="1204"/>
              </a:xfrm>
              <a:prstGeom prst="roundRect">
                <a:avLst>
                  <a:gd name="adj" fmla="val 16667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28575" cap="flat" cmpd="sng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p>
                <a:endParaRPr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  <p:cxnSp>
            <p:nvCxnSpPr>
              <p:cNvPr id="515" name="Google Shape;79;p16"/>
              <p:cNvCxnSpPr/>
              <p:nvPr/>
            </p:nvCxnSpPr>
            <p:spPr>
              <a:xfrm flipH="1">
                <a:off x="1574" y="515"/>
                <a:ext cx="12" cy="1204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16" name="Google Shape;80;p16"/>
              <p:cNvCxnSpPr/>
              <p:nvPr/>
            </p:nvCxnSpPr>
            <p:spPr>
              <a:xfrm flipH="1">
                <a:off x="2741" y="515"/>
                <a:ext cx="12" cy="1204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17" name="Google Shape;81;p16"/>
              <p:cNvCxnSpPr/>
              <p:nvPr/>
            </p:nvCxnSpPr>
            <p:spPr>
              <a:xfrm flipH="1">
                <a:off x="3908" y="515"/>
                <a:ext cx="12" cy="1204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pic>
        <p:nvPicPr>
          <p:cNvPr id="518" name="图片 517" descr="加号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7055483" y="11050195"/>
            <a:ext cx="746125" cy="746760"/>
          </a:xfrm>
          <a:prstGeom prst="rect">
            <a:avLst/>
          </a:prstGeom>
        </p:spPr>
      </p:pic>
      <p:grpSp>
        <p:nvGrpSpPr>
          <p:cNvPr id="519" name="组合 518"/>
          <p:cNvGrpSpPr>
            <a:grpSpLocks noChangeAspect="1"/>
          </p:cNvGrpSpPr>
          <p:nvPr/>
        </p:nvGrpSpPr>
        <p:grpSpPr>
          <a:xfrm>
            <a:off x="18317845" y="11018445"/>
            <a:ext cx="970280" cy="248920"/>
            <a:chOff x="366" y="509"/>
            <a:chExt cx="4718" cy="1210"/>
          </a:xfrm>
        </p:grpSpPr>
        <p:sp>
          <p:nvSpPr>
            <p:cNvPr id="520" name="Google Shape;78;p16"/>
            <p:cNvSpPr/>
            <p:nvPr/>
          </p:nvSpPr>
          <p:spPr>
            <a:xfrm>
              <a:off x="366" y="509"/>
              <a:ext cx="4719" cy="1204"/>
            </a:xfrm>
            <a:prstGeom prst="roundRect">
              <a:avLst>
                <a:gd name="adj" fmla="val 16667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28575" cap="flat" cmpd="sng">
              <a:solidFill>
                <a:srgbClr val="0070C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endParaRPr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cxnSp>
          <p:nvCxnSpPr>
            <p:cNvPr id="521" name="Google Shape;79;p16"/>
            <p:cNvCxnSpPr/>
            <p:nvPr/>
          </p:nvCxnSpPr>
          <p:spPr>
            <a:xfrm flipH="1">
              <a:off x="1574" y="515"/>
              <a:ext cx="12" cy="1204"/>
            </a:xfrm>
            <a:prstGeom prst="straightConnector1">
              <a:avLst/>
            </a:prstGeom>
            <a:noFill/>
            <a:ln w="28575" cap="flat" cmpd="sng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22" name="Google Shape;80;p16"/>
            <p:cNvCxnSpPr/>
            <p:nvPr/>
          </p:nvCxnSpPr>
          <p:spPr>
            <a:xfrm flipH="1">
              <a:off x="2741" y="515"/>
              <a:ext cx="12" cy="1204"/>
            </a:xfrm>
            <a:prstGeom prst="straightConnector1">
              <a:avLst/>
            </a:prstGeom>
            <a:noFill/>
            <a:ln w="28575" cap="flat" cmpd="sng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23" name="Google Shape;81;p16"/>
            <p:cNvCxnSpPr/>
            <p:nvPr/>
          </p:nvCxnSpPr>
          <p:spPr>
            <a:xfrm flipH="1">
              <a:off x="3908" y="515"/>
              <a:ext cx="12" cy="1204"/>
            </a:xfrm>
            <a:prstGeom prst="straightConnector1">
              <a:avLst/>
            </a:prstGeom>
            <a:noFill/>
            <a:ln w="28575" cap="flat" cmpd="sng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524" name="组合 523"/>
          <p:cNvGrpSpPr>
            <a:grpSpLocks noChangeAspect="1"/>
          </p:cNvGrpSpPr>
          <p:nvPr/>
        </p:nvGrpSpPr>
        <p:grpSpPr>
          <a:xfrm>
            <a:off x="18317845" y="11267365"/>
            <a:ext cx="970280" cy="248920"/>
            <a:chOff x="366" y="509"/>
            <a:chExt cx="4718" cy="1210"/>
          </a:xfrm>
        </p:grpSpPr>
        <p:sp>
          <p:nvSpPr>
            <p:cNvPr id="525" name="Google Shape;78;p16"/>
            <p:cNvSpPr/>
            <p:nvPr/>
          </p:nvSpPr>
          <p:spPr>
            <a:xfrm>
              <a:off x="366" y="509"/>
              <a:ext cx="4719" cy="1204"/>
            </a:xfrm>
            <a:prstGeom prst="roundRect">
              <a:avLst>
                <a:gd name="adj" fmla="val 16667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28575" cap="flat" cmpd="sng">
              <a:solidFill>
                <a:srgbClr val="0070C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endParaRPr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cxnSp>
          <p:nvCxnSpPr>
            <p:cNvPr id="526" name="Google Shape;79;p16"/>
            <p:cNvCxnSpPr/>
            <p:nvPr/>
          </p:nvCxnSpPr>
          <p:spPr>
            <a:xfrm flipH="1">
              <a:off x="1574" y="515"/>
              <a:ext cx="12" cy="1204"/>
            </a:xfrm>
            <a:prstGeom prst="straightConnector1">
              <a:avLst/>
            </a:prstGeom>
            <a:noFill/>
            <a:ln w="28575" cap="flat" cmpd="sng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27" name="Google Shape;80;p16"/>
            <p:cNvCxnSpPr/>
            <p:nvPr/>
          </p:nvCxnSpPr>
          <p:spPr>
            <a:xfrm flipH="1">
              <a:off x="2741" y="515"/>
              <a:ext cx="12" cy="1204"/>
            </a:xfrm>
            <a:prstGeom prst="straightConnector1">
              <a:avLst/>
            </a:prstGeom>
            <a:noFill/>
            <a:ln w="28575" cap="flat" cmpd="sng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28" name="Google Shape;81;p16"/>
            <p:cNvCxnSpPr/>
            <p:nvPr/>
          </p:nvCxnSpPr>
          <p:spPr>
            <a:xfrm flipH="1">
              <a:off x="3908" y="515"/>
              <a:ext cx="12" cy="1204"/>
            </a:xfrm>
            <a:prstGeom prst="straightConnector1">
              <a:avLst/>
            </a:prstGeom>
            <a:noFill/>
            <a:ln w="28575" cap="flat" cmpd="sng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529" name="组合 528"/>
          <p:cNvGrpSpPr>
            <a:grpSpLocks noChangeAspect="1"/>
          </p:cNvGrpSpPr>
          <p:nvPr/>
        </p:nvGrpSpPr>
        <p:grpSpPr>
          <a:xfrm>
            <a:off x="18317845" y="11515015"/>
            <a:ext cx="970280" cy="248920"/>
            <a:chOff x="366" y="509"/>
            <a:chExt cx="4718" cy="1210"/>
          </a:xfrm>
        </p:grpSpPr>
        <p:sp>
          <p:nvSpPr>
            <p:cNvPr id="530" name="Google Shape;78;p16"/>
            <p:cNvSpPr/>
            <p:nvPr/>
          </p:nvSpPr>
          <p:spPr>
            <a:xfrm>
              <a:off x="366" y="509"/>
              <a:ext cx="4719" cy="1204"/>
            </a:xfrm>
            <a:prstGeom prst="roundRect">
              <a:avLst>
                <a:gd name="adj" fmla="val 16667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28575" cap="flat" cmpd="sng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endParaRPr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cxnSp>
          <p:nvCxnSpPr>
            <p:cNvPr id="531" name="Google Shape;79;p16"/>
            <p:cNvCxnSpPr/>
            <p:nvPr/>
          </p:nvCxnSpPr>
          <p:spPr>
            <a:xfrm flipH="1">
              <a:off x="1574" y="515"/>
              <a:ext cx="12" cy="1204"/>
            </a:xfrm>
            <a:prstGeom prst="straightConnector1">
              <a:avLst/>
            </a:prstGeom>
            <a:noFill/>
            <a:ln w="28575" cap="flat" cmpd="sng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32" name="Google Shape;80;p16"/>
            <p:cNvCxnSpPr/>
            <p:nvPr/>
          </p:nvCxnSpPr>
          <p:spPr>
            <a:xfrm flipH="1">
              <a:off x="2741" y="515"/>
              <a:ext cx="12" cy="1204"/>
            </a:xfrm>
            <a:prstGeom prst="straightConnector1">
              <a:avLst/>
            </a:prstGeom>
            <a:noFill/>
            <a:ln w="28575" cap="flat" cmpd="sng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33" name="Google Shape;81;p16"/>
            <p:cNvCxnSpPr/>
            <p:nvPr/>
          </p:nvCxnSpPr>
          <p:spPr>
            <a:xfrm flipH="1">
              <a:off x="3908" y="515"/>
              <a:ext cx="12" cy="1204"/>
            </a:xfrm>
            <a:prstGeom prst="straightConnector1">
              <a:avLst/>
            </a:prstGeom>
            <a:noFill/>
            <a:ln w="28575" cap="flat" cmpd="sng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534" name="组合 533"/>
          <p:cNvGrpSpPr>
            <a:grpSpLocks noChangeAspect="1"/>
          </p:cNvGrpSpPr>
          <p:nvPr/>
        </p:nvGrpSpPr>
        <p:grpSpPr>
          <a:xfrm>
            <a:off x="18317845" y="11762665"/>
            <a:ext cx="970280" cy="248920"/>
            <a:chOff x="366" y="509"/>
            <a:chExt cx="4718" cy="1210"/>
          </a:xfrm>
        </p:grpSpPr>
        <p:sp>
          <p:nvSpPr>
            <p:cNvPr id="535" name="Google Shape;78;p16"/>
            <p:cNvSpPr/>
            <p:nvPr/>
          </p:nvSpPr>
          <p:spPr>
            <a:xfrm>
              <a:off x="366" y="509"/>
              <a:ext cx="4719" cy="1204"/>
            </a:xfrm>
            <a:prstGeom prst="roundRect">
              <a:avLst>
                <a:gd name="adj" fmla="val 16667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28575" cap="flat" cmpd="sng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endParaRPr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cxnSp>
          <p:nvCxnSpPr>
            <p:cNvPr id="536" name="Google Shape;79;p16"/>
            <p:cNvCxnSpPr/>
            <p:nvPr/>
          </p:nvCxnSpPr>
          <p:spPr>
            <a:xfrm flipH="1">
              <a:off x="1574" y="515"/>
              <a:ext cx="12" cy="1204"/>
            </a:xfrm>
            <a:prstGeom prst="straightConnector1">
              <a:avLst/>
            </a:prstGeom>
            <a:noFill/>
            <a:ln w="28575" cap="flat" cmpd="sng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37" name="Google Shape;80;p16"/>
            <p:cNvCxnSpPr/>
            <p:nvPr/>
          </p:nvCxnSpPr>
          <p:spPr>
            <a:xfrm flipH="1">
              <a:off x="2741" y="515"/>
              <a:ext cx="12" cy="1204"/>
            </a:xfrm>
            <a:prstGeom prst="straightConnector1">
              <a:avLst/>
            </a:prstGeom>
            <a:noFill/>
            <a:ln w="28575" cap="flat" cmpd="sng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38" name="Google Shape;81;p16"/>
            <p:cNvCxnSpPr/>
            <p:nvPr/>
          </p:nvCxnSpPr>
          <p:spPr>
            <a:xfrm flipH="1">
              <a:off x="3908" y="515"/>
              <a:ext cx="12" cy="1204"/>
            </a:xfrm>
            <a:prstGeom prst="straightConnector1">
              <a:avLst/>
            </a:prstGeom>
            <a:noFill/>
            <a:ln w="28575" cap="flat" cmpd="sng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539" name="组合 538"/>
          <p:cNvGrpSpPr/>
          <p:nvPr/>
        </p:nvGrpSpPr>
        <p:grpSpPr>
          <a:xfrm>
            <a:off x="19765663" y="10652068"/>
            <a:ext cx="3085465" cy="1492885"/>
            <a:chOff x="44307" y="2422"/>
            <a:chExt cx="5025" cy="1962"/>
          </a:xfrm>
        </p:grpSpPr>
        <p:sp>
          <p:nvSpPr>
            <p:cNvPr id="540" name="圆角矩形 539"/>
            <p:cNvSpPr/>
            <p:nvPr/>
          </p:nvSpPr>
          <p:spPr>
            <a:xfrm>
              <a:off x="44307" y="2422"/>
              <a:ext cx="5025" cy="1962"/>
            </a:xfrm>
            <a:prstGeom prst="roundRect">
              <a:avLst/>
            </a:prstGeom>
            <a:solidFill>
              <a:schemeClr val="bg1"/>
            </a:solidFill>
            <a:ln w="28575" cmpd="sng">
              <a:solidFill>
                <a:schemeClr val="accent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 sz="4400" baseline="-25000">
                <a:solidFill>
                  <a:schemeClr val="tx1"/>
                </a:solidFill>
              </a:endParaRPr>
            </a:p>
          </p:txBody>
        </p:sp>
        <p:sp>
          <p:nvSpPr>
            <p:cNvPr id="541" name="文本框 540"/>
            <p:cNvSpPr txBox="1"/>
            <p:nvPr/>
          </p:nvSpPr>
          <p:spPr>
            <a:xfrm>
              <a:off x="45809" y="2603"/>
              <a:ext cx="1885" cy="1380"/>
            </a:xfrm>
            <a:prstGeom prst="rect">
              <a:avLst/>
            </a:prstGeom>
            <a:noFill/>
          </p:spPr>
          <p:txBody>
            <a:bodyPr wrap="none" rtlCol="0" anchor="t">
              <a:noAutofit/>
            </a:bodyPr>
            <a:p>
              <a:pPr algn="ctr"/>
              <a:r>
                <a:rPr lang="en-US" altLang="zh-CN" sz="3600" b="1" i="1" dirty="0">
                  <a:latin typeface="Cambria Math" panose="02040503050406030204" pitchFamily="18" charset="0"/>
                  <a:cs typeface="Cambria Math" panose="02040503050406030204" pitchFamily="18" charset="0"/>
                </a:rPr>
                <a:t>Multi-Head</a:t>
              </a:r>
              <a:br>
                <a:rPr lang="en-US" altLang="zh-CN" sz="3600" b="1" i="1" dirty="0">
                  <a:latin typeface="Cambria Math" panose="02040503050406030204" pitchFamily="18" charset="0"/>
                  <a:cs typeface="Cambria Math" panose="02040503050406030204" pitchFamily="18" charset="0"/>
                </a:rPr>
              </a:br>
              <a:r>
                <a:rPr lang="en-US" altLang="zh-CN" sz="3600" b="1" i="1" dirty="0">
                  <a:latin typeface="Cambria Math" panose="02040503050406030204" pitchFamily="18" charset="0"/>
                  <a:cs typeface="Cambria Math" panose="02040503050406030204" pitchFamily="18" charset="0"/>
                </a:rPr>
                <a:t>Self-Attention</a:t>
              </a:r>
              <a:endParaRPr lang="en-US" altLang="zh-CN" sz="3600" b="1" dirty="0"/>
            </a:p>
          </p:txBody>
        </p:sp>
      </p:grpSp>
      <p:grpSp>
        <p:nvGrpSpPr>
          <p:cNvPr id="542" name="组合 541"/>
          <p:cNvGrpSpPr/>
          <p:nvPr/>
        </p:nvGrpSpPr>
        <p:grpSpPr>
          <a:xfrm>
            <a:off x="23173073" y="9632258"/>
            <a:ext cx="3060065" cy="1475105"/>
            <a:chOff x="44606" y="1751"/>
            <a:chExt cx="5126" cy="2326"/>
          </a:xfrm>
        </p:grpSpPr>
        <p:sp>
          <p:nvSpPr>
            <p:cNvPr id="543" name="圆角矩形 542"/>
            <p:cNvSpPr/>
            <p:nvPr/>
          </p:nvSpPr>
          <p:spPr>
            <a:xfrm>
              <a:off x="44606" y="1751"/>
              <a:ext cx="5126" cy="2326"/>
            </a:xfrm>
            <a:prstGeom prst="roundRect">
              <a:avLst/>
            </a:prstGeom>
            <a:solidFill>
              <a:schemeClr val="bg1"/>
            </a:solidFill>
            <a:ln w="28575" cmpd="sng">
              <a:solidFill>
                <a:schemeClr val="accent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 sz="4400" baseline="-25000">
                <a:solidFill>
                  <a:schemeClr val="tx1"/>
                </a:solidFill>
              </a:endParaRPr>
            </a:p>
          </p:txBody>
        </p:sp>
        <p:sp>
          <p:nvSpPr>
            <p:cNvPr id="544" name="文本框 543"/>
            <p:cNvSpPr txBox="1"/>
            <p:nvPr/>
          </p:nvSpPr>
          <p:spPr>
            <a:xfrm>
              <a:off x="45724" y="2104"/>
              <a:ext cx="2688" cy="1380"/>
            </a:xfrm>
            <a:prstGeom prst="rect">
              <a:avLst/>
            </a:prstGeom>
            <a:noFill/>
          </p:spPr>
          <p:txBody>
            <a:bodyPr wrap="none" rtlCol="0" anchor="t">
              <a:noAutofit/>
            </a:bodyPr>
            <a:p>
              <a:pPr algn="ctr"/>
              <a:r>
                <a:rPr lang="en-US" altLang="zh-CN" sz="3600" b="1" i="1">
                  <a:latin typeface="Cambria Math" panose="02040503050406030204" pitchFamily="18" charset="0"/>
                  <a:cs typeface="Cambria Math" panose="02040503050406030204" pitchFamily="18" charset="0"/>
                </a:rPr>
                <a:t>Feed Forward</a:t>
              </a:r>
              <a:br>
                <a:rPr lang="en-US" altLang="zh-CN" sz="3600" b="1" i="1">
                  <a:latin typeface="Cambria Math" panose="02040503050406030204" pitchFamily="18" charset="0"/>
                  <a:cs typeface="Cambria Math" panose="02040503050406030204" pitchFamily="18" charset="0"/>
                </a:rPr>
              </a:br>
              <a:r>
                <a:rPr lang="en-US" altLang="zh-CN" sz="3600" b="1" i="1">
                  <a:latin typeface="Cambria Math" panose="02040503050406030204" pitchFamily="18" charset="0"/>
                  <a:cs typeface="Cambria Math" panose="02040503050406030204" pitchFamily="18" charset="0"/>
                </a:rPr>
                <a:t>Network</a:t>
              </a:r>
              <a:endParaRPr lang="en-US" altLang="zh-CN" sz="3600" b="1"/>
            </a:p>
          </p:txBody>
        </p:sp>
      </p:grpSp>
      <p:grpSp>
        <p:nvGrpSpPr>
          <p:cNvPr id="545" name="组合 544"/>
          <p:cNvGrpSpPr>
            <a:grpSpLocks noChangeAspect="1"/>
          </p:cNvGrpSpPr>
          <p:nvPr/>
        </p:nvGrpSpPr>
        <p:grpSpPr>
          <a:xfrm>
            <a:off x="18303240" y="13911602"/>
            <a:ext cx="970280" cy="248920"/>
            <a:chOff x="366" y="509"/>
            <a:chExt cx="4718" cy="1210"/>
          </a:xfrm>
        </p:grpSpPr>
        <p:sp>
          <p:nvSpPr>
            <p:cNvPr id="546" name="Google Shape;78;p16"/>
            <p:cNvSpPr/>
            <p:nvPr/>
          </p:nvSpPr>
          <p:spPr>
            <a:xfrm>
              <a:off x="366" y="509"/>
              <a:ext cx="4719" cy="1204"/>
            </a:xfrm>
            <a:prstGeom prst="roundRect">
              <a:avLst>
                <a:gd name="adj" fmla="val 16667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28575" cap="flat" cmpd="sng">
              <a:solidFill>
                <a:srgbClr val="00B05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endParaRPr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cxnSp>
          <p:nvCxnSpPr>
            <p:cNvPr id="547" name="Google Shape;79;p16"/>
            <p:cNvCxnSpPr/>
            <p:nvPr/>
          </p:nvCxnSpPr>
          <p:spPr>
            <a:xfrm flipH="1">
              <a:off x="1574" y="515"/>
              <a:ext cx="12" cy="1204"/>
            </a:xfrm>
            <a:prstGeom prst="straightConnector1">
              <a:avLst/>
            </a:prstGeom>
            <a:noFill/>
            <a:ln w="28575" cap="flat" cmpd="sng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48" name="Google Shape;80;p16"/>
            <p:cNvCxnSpPr/>
            <p:nvPr/>
          </p:nvCxnSpPr>
          <p:spPr>
            <a:xfrm flipH="1">
              <a:off x="2741" y="515"/>
              <a:ext cx="12" cy="1204"/>
            </a:xfrm>
            <a:prstGeom prst="straightConnector1">
              <a:avLst/>
            </a:prstGeom>
            <a:noFill/>
            <a:ln w="28575" cap="flat" cmpd="sng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49" name="Google Shape;81;p16"/>
            <p:cNvCxnSpPr/>
            <p:nvPr/>
          </p:nvCxnSpPr>
          <p:spPr>
            <a:xfrm flipH="1">
              <a:off x="3908" y="515"/>
              <a:ext cx="12" cy="1204"/>
            </a:xfrm>
            <a:prstGeom prst="straightConnector1">
              <a:avLst/>
            </a:prstGeom>
            <a:noFill/>
            <a:ln w="28575" cap="flat" cmpd="sng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550" name="组合 549"/>
          <p:cNvGrpSpPr>
            <a:grpSpLocks noChangeAspect="1"/>
          </p:cNvGrpSpPr>
          <p:nvPr/>
        </p:nvGrpSpPr>
        <p:grpSpPr>
          <a:xfrm>
            <a:off x="18303240" y="14158617"/>
            <a:ext cx="970280" cy="248920"/>
            <a:chOff x="366" y="509"/>
            <a:chExt cx="4718" cy="1210"/>
          </a:xfrm>
        </p:grpSpPr>
        <p:sp>
          <p:nvSpPr>
            <p:cNvPr id="551" name="Google Shape;78;p16"/>
            <p:cNvSpPr/>
            <p:nvPr/>
          </p:nvSpPr>
          <p:spPr>
            <a:xfrm>
              <a:off x="366" y="509"/>
              <a:ext cx="4719" cy="1204"/>
            </a:xfrm>
            <a:prstGeom prst="roundRect">
              <a:avLst>
                <a:gd name="adj" fmla="val 16667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28575" cap="flat" cmpd="sng">
              <a:solidFill>
                <a:srgbClr val="00B05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endParaRPr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cxnSp>
          <p:nvCxnSpPr>
            <p:cNvPr id="552" name="Google Shape;79;p16"/>
            <p:cNvCxnSpPr/>
            <p:nvPr/>
          </p:nvCxnSpPr>
          <p:spPr>
            <a:xfrm flipH="1">
              <a:off x="1574" y="515"/>
              <a:ext cx="12" cy="1204"/>
            </a:xfrm>
            <a:prstGeom prst="straightConnector1">
              <a:avLst/>
            </a:prstGeom>
            <a:noFill/>
            <a:ln w="28575" cap="flat" cmpd="sng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53" name="Google Shape;80;p16"/>
            <p:cNvCxnSpPr/>
            <p:nvPr/>
          </p:nvCxnSpPr>
          <p:spPr>
            <a:xfrm flipH="1">
              <a:off x="2741" y="515"/>
              <a:ext cx="12" cy="1204"/>
            </a:xfrm>
            <a:prstGeom prst="straightConnector1">
              <a:avLst/>
            </a:prstGeom>
            <a:noFill/>
            <a:ln w="28575" cap="flat" cmpd="sng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54" name="Google Shape;81;p16"/>
            <p:cNvCxnSpPr/>
            <p:nvPr/>
          </p:nvCxnSpPr>
          <p:spPr>
            <a:xfrm flipH="1">
              <a:off x="3908" y="515"/>
              <a:ext cx="12" cy="1204"/>
            </a:xfrm>
            <a:prstGeom prst="straightConnector1">
              <a:avLst/>
            </a:prstGeom>
            <a:noFill/>
            <a:ln w="28575" cap="flat" cmpd="sng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555" name="组合 554"/>
          <p:cNvGrpSpPr>
            <a:grpSpLocks noChangeAspect="1"/>
          </p:cNvGrpSpPr>
          <p:nvPr/>
        </p:nvGrpSpPr>
        <p:grpSpPr>
          <a:xfrm>
            <a:off x="18303240" y="14408807"/>
            <a:ext cx="970280" cy="248920"/>
            <a:chOff x="366" y="509"/>
            <a:chExt cx="4718" cy="1210"/>
          </a:xfrm>
        </p:grpSpPr>
        <p:sp>
          <p:nvSpPr>
            <p:cNvPr id="556" name="Google Shape;78;p16"/>
            <p:cNvSpPr/>
            <p:nvPr/>
          </p:nvSpPr>
          <p:spPr>
            <a:xfrm>
              <a:off x="366" y="509"/>
              <a:ext cx="4719" cy="1204"/>
            </a:xfrm>
            <a:prstGeom prst="roundRect">
              <a:avLst>
                <a:gd name="adj" fmla="val 16667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28575" cap="flat" cmpd="sng">
              <a:solidFill>
                <a:srgbClr val="00B05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endParaRPr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cxnSp>
          <p:nvCxnSpPr>
            <p:cNvPr id="557" name="Google Shape;79;p16"/>
            <p:cNvCxnSpPr/>
            <p:nvPr/>
          </p:nvCxnSpPr>
          <p:spPr>
            <a:xfrm flipH="1">
              <a:off x="1574" y="515"/>
              <a:ext cx="12" cy="1204"/>
            </a:xfrm>
            <a:prstGeom prst="straightConnector1">
              <a:avLst/>
            </a:prstGeom>
            <a:noFill/>
            <a:ln w="28575" cap="flat" cmpd="sng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58" name="Google Shape;80;p16"/>
            <p:cNvCxnSpPr/>
            <p:nvPr/>
          </p:nvCxnSpPr>
          <p:spPr>
            <a:xfrm flipH="1">
              <a:off x="2741" y="515"/>
              <a:ext cx="12" cy="1204"/>
            </a:xfrm>
            <a:prstGeom prst="straightConnector1">
              <a:avLst/>
            </a:prstGeom>
            <a:noFill/>
            <a:ln w="28575" cap="flat" cmpd="sng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59" name="Google Shape;81;p16"/>
            <p:cNvCxnSpPr/>
            <p:nvPr/>
          </p:nvCxnSpPr>
          <p:spPr>
            <a:xfrm flipH="1">
              <a:off x="3908" y="515"/>
              <a:ext cx="12" cy="1204"/>
            </a:xfrm>
            <a:prstGeom prst="straightConnector1">
              <a:avLst/>
            </a:prstGeom>
            <a:noFill/>
            <a:ln w="28575" cap="flat" cmpd="sng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560" name="组合 559"/>
          <p:cNvGrpSpPr>
            <a:grpSpLocks noChangeAspect="1"/>
          </p:cNvGrpSpPr>
          <p:nvPr/>
        </p:nvGrpSpPr>
        <p:grpSpPr>
          <a:xfrm>
            <a:off x="18303240" y="14657727"/>
            <a:ext cx="970280" cy="248920"/>
            <a:chOff x="366" y="509"/>
            <a:chExt cx="4718" cy="1210"/>
          </a:xfrm>
        </p:grpSpPr>
        <p:sp>
          <p:nvSpPr>
            <p:cNvPr id="561" name="Google Shape;78;p16"/>
            <p:cNvSpPr/>
            <p:nvPr/>
          </p:nvSpPr>
          <p:spPr>
            <a:xfrm>
              <a:off x="366" y="509"/>
              <a:ext cx="4719" cy="1204"/>
            </a:xfrm>
            <a:prstGeom prst="roundRect">
              <a:avLst>
                <a:gd name="adj" fmla="val 16667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28575" cap="flat" cmpd="sng">
              <a:solidFill>
                <a:srgbClr val="00B05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endParaRPr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cxnSp>
          <p:nvCxnSpPr>
            <p:cNvPr id="562" name="Google Shape;79;p16"/>
            <p:cNvCxnSpPr/>
            <p:nvPr/>
          </p:nvCxnSpPr>
          <p:spPr>
            <a:xfrm flipH="1">
              <a:off x="1574" y="515"/>
              <a:ext cx="12" cy="1204"/>
            </a:xfrm>
            <a:prstGeom prst="straightConnector1">
              <a:avLst/>
            </a:prstGeom>
            <a:noFill/>
            <a:ln w="28575" cap="flat" cmpd="sng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3" name="Google Shape;80;p16"/>
            <p:cNvCxnSpPr/>
            <p:nvPr/>
          </p:nvCxnSpPr>
          <p:spPr>
            <a:xfrm flipH="1">
              <a:off x="2741" y="515"/>
              <a:ext cx="12" cy="1204"/>
            </a:xfrm>
            <a:prstGeom prst="straightConnector1">
              <a:avLst/>
            </a:prstGeom>
            <a:noFill/>
            <a:ln w="28575" cap="flat" cmpd="sng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4" name="Google Shape;81;p16"/>
            <p:cNvCxnSpPr/>
            <p:nvPr/>
          </p:nvCxnSpPr>
          <p:spPr>
            <a:xfrm flipH="1">
              <a:off x="3908" y="515"/>
              <a:ext cx="12" cy="1204"/>
            </a:xfrm>
            <a:prstGeom prst="straightConnector1">
              <a:avLst/>
            </a:prstGeom>
            <a:noFill/>
            <a:ln w="28575" cap="flat" cmpd="sng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573" name="直接箭头连接符 572"/>
          <p:cNvCxnSpPr>
            <a:stCxn id="622" idx="3"/>
            <a:endCxn id="561" idx="1"/>
          </p:cNvCxnSpPr>
          <p:nvPr/>
        </p:nvCxnSpPr>
        <p:spPr>
          <a:xfrm>
            <a:off x="15350490" y="14417380"/>
            <a:ext cx="2952750" cy="364190"/>
          </a:xfrm>
          <a:prstGeom prst="straightConnector1">
            <a:avLst/>
          </a:prstGeom>
          <a:ln w="28575" cmpd="sng">
            <a:solidFill>
              <a:srgbClr val="00B05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74" name="直接箭头连接符 573"/>
          <p:cNvCxnSpPr>
            <a:stCxn id="622" idx="3"/>
            <a:endCxn id="556" idx="1"/>
          </p:cNvCxnSpPr>
          <p:nvPr/>
        </p:nvCxnSpPr>
        <p:spPr>
          <a:xfrm>
            <a:off x="15350490" y="14417380"/>
            <a:ext cx="2952750" cy="115270"/>
          </a:xfrm>
          <a:prstGeom prst="straightConnector1">
            <a:avLst/>
          </a:prstGeom>
          <a:ln w="28575" cmpd="sng">
            <a:solidFill>
              <a:srgbClr val="00B05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75" name="直接箭头连接符 574"/>
          <p:cNvCxnSpPr>
            <a:stCxn id="622" idx="3"/>
            <a:endCxn id="551" idx="1"/>
          </p:cNvCxnSpPr>
          <p:nvPr/>
        </p:nvCxnSpPr>
        <p:spPr>
          <a:xfrm flipV="1">
            <a:off x="15350490" y="14282460"/>
            <a:ext cx="2952750" cy="134920"/>
          </a:xfrm>
          <a:prstGeom prst="straightConnector1">
            <a:avLst/>
          </a:prstGeom>
          <a:ln w="28575" cmpd="sng">
            <a:solidFill>
              <a:srgbClr val="00B05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76" name="直接箭头连接符 575"/>
          <p:cNvCxnSpPr>
            <a:stCxn id="622" idx="3"/>
            <a:endCxn id="546" idx="1"/>
          </p:cNvCxnSpPr>
          <p:nvPr/>
        </p:nvCxnSpPr>
        <p:spPr>
          <a:xfrm flipV="1">
            <a:off x="15350490" y="14035461"/>
            <a:ext cx="2952750" cy="381935"/>
          </a:xfrm>
          <a:prstGeom prst="straightConnector1">
            <a:avLst/>
          </a:prstGeom>
          <a:ln w="28575" cmpd="sng">
            <a:solidFill>
              <a:srgbClr val="00B05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77" name="直接箭头连接符 576"/>
          <p:cNvCxnSpPr>
            <a:stCxn id="623" idx="3"/>
            <a:endCxn id="509" idx="1"/>
          </p:cNvCxnSpPr>
          <p:nvPr/>
        </p:nvCxnSpPr>
        <p:spPr>
          <a:xfrm flipV="1">
            <a:off x="15353046" y="12279991"/>
            <a:ext cx="465455" cy="117812"/>
          </a:xfrm>
          <a:prstGeom prst="straightConnector1">
            <a:avLst/>
          </a:prstGeom>
          <a:ln w="28575" cmpd="sng">
            <a:solidFill>
              <a:schemeClr val="accent2">
                <a:lumMod val="75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78" name="直接箭头连接符 577"/>
          <p:cNvCxnSpPr>
            <a:stCxn id="623" idx="3"/>
            <a:endCxn id="514" idx="1"/>
          </p:cNvCxnSpPr>
          <p:nvPr/>
        </p:nvCxnSpPr>
        <p:spPr>
          <a:xfrm>
            <a:off x="15353046" y="12397819"/>
            <a:ext cx="465455" cy="129717"/>
          </a:xfrm>
          <a:prstGeom prst="straightConnector1">
            <a:avLst/>
          </a:prstGeom>
          <a:ln w="28575" cmpd="sng">
            <a:solidFill>
              <a:schemeClr val="accent2">
                <a:lumMod val="75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79" name="直接箭头连接符 578"/>
          <p:cNvCxnSpPr>
            <a:stCxn id="620" idx="3"/>
            <a:endCxn id="503" idx="1"/>
          </p:cNvCxnSpPr>
          <p:nvPr/>
        </p:nvCxnSpPr>
        <p:spPr>
          <a:xfrm>
            <a:off x="15352413" y="10567931"/>
            <a:ext cx="465455" cy="202565"/>
          </a:xfrm>
          <a:prstGeom prst="straightConnector1">
            <a:avLst/>
          </a:prstGeom>
          <a:ln w="28575" cmpd="sng">
            <a:solidFill>
              <a:srgbClr val="0070C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80" name="直接箭头连接符 579"/>
          <p:cNvCxnSpPr>
            <a:stCxn id="620" idx="3"/>
            <a:endCxn id="498" idx="1"/>
          </p:cNvCxnSpPr>
          <p:nvPr/>
        </p:nvCxnSpPr>
        <p:spPr>
          <a:xfrm flipV="1">
            <a:off x="15352413" y="10521576"/>
            <a:ext cx="465455" cy="46355"/>
          </a:xfrm>
          <a:prstGeom prst="straightConnector1">
            <a:avLst/>
          </a:prstGeom>
          <a:ln w="28575" cmpd="sng">
            <a:solidFill>
              <a:srgbClr val="0070C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581" name="组合 580"/>
          <p:cNvGrpSpPr/>
          <p:nvPr/>
        </p:nvGrpSpPr>
        <p:grpSpPr>
          <a:xfrm>
            <a:off x="23173071" y="12153841"/>
            <a:ext cx="3240405" cy="1492885"/>
            <a:chOff x="42069" y="1939"/>
            <a:chExt cx="6225" cy="1962"/>
          </a:xfrm>
        </p:grpSpPr>
        <p:sp>
          <p:nvSpPr>
            <p:cNvPr id="582" name="圆角矩形 581"/>
            <p:cNvSpPr/>
            <p:nvPr/>
          </p:nvSpPr>
          <p:spPr>
            <a:xfrm>
              <a:off x="42069" y="1939"/>
              <a:ext cx="6225" cy="1962"/>
            </a:xfrm>
            <a:prstGeom prst="roundRect">
              <a:avLst/>
            </a:prstGeom>
            <a:solidFill>
              <a:schemeClr val="bg1"/>
            </a:solidFill>
            <a:ln w="28575" cmpd="sng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 sz="4400" baseline="-25000">
                <a:solidFill>
                  <a:schemeClr val="tx1"/>
                </a:solidFill>
              </a:endParaRPr>
            </a:p>
          </p:txBody>
        </p:sp>
        <p:sp>
          <p:nvSpPr>
            <p:cNvPr id="583" name="文本框 582"/>
            <p:cNvSpPr txBox="1"/>
            <p:nvPr/>
          </p:nvSpPr>
          <p:spPr>
            <a:xfrm>
              <a:off x="43834" y="2212"/>
              <a:ext cx="2688" cy="1380"/>
            </a:xfrm>
            <a:prstGeom prst="rect">
              <a:avLst/>
            </a:prstGeom>
            <a:noFill/>
          </p:spPr>
          <p:txBody>
            <a:bodyPr wrap="none" rtlCol="0" anchor="t">
              <a:noAutofit/>
            </a:bodyPr>
            <a:p>
              <a:pPr algn="ctr"/>
              <a:r>
                <a:rPr lang="en-US" altLang="zh-CN" sz="3600" b="1" i="1">
                  <a:latin typeface="Cambria Math" panose="02040503050406030204" pitchFamily="18" charset="0"/>
                  <a:cs typeface="Cambria Math" panose="02040503050406030204" pitchFamily="18" charset="0"/>
                  <a:sym typeface="+mn-ea"/>
                </a:rPr>
                <a:t>Multi-Relation</a:t>
              </a:r>
              <a:endParaRPr lang="en-US" altLang="zh-CN" sz="3600" b="1" i="1">
                <a:latin typeface="Cambria Math" panose="02040503050406030204" pitchFamily="18" charset="0"/>
                <a:cs typeface="Cambria Math" panose="02040503050406030204" pitchFamily="18" charset="0"/>
              </a:endParaRPr>
            </a:p>
            <a:p>
              <a:pPr algn="ctr"/>
              <a:r>
                <a:rPr lang="en-US" altLang="zh-CN" sz="3600" b="1" i="1">
                  <a:latin typeface="Cambria Math" panose="02040503050406030204" pitchFamily="18" charset="0"/>
                  <a:cs typeface="Cambria Math" panose="02040503050406030204" pitchFamily="18" charset="0"/>
                  <a:sym typeface="+mn-ea"/>
                </a:rPr>
                <a:t>Cross-Attention</a:t>
              </a:r>
              <a:endParaRPr lang="en-US" altLang="zh-CN" sz="3600" b="1"/>
            </a:p>
          </p:txBody>
        </p:sp>
      </p:grpSp>
      <p:cxnSp>
        <p:nvCxnSpPr>
          <p:cNvPr id="584" name="直接箭头连接符 583"/>
          <p:cNvCxnSpPr/>
          <p:nvPr/>
        </p:nvCxnSpPr>
        <p:spPr>
          <a:xfrm flipV="1">
            <a:off x="26413460" y="12891934"/>
            <a:ext cx="329564" cy="8334"/>
          </a:xfrm>
          <a:prstGeom prst="straightConnector1">
            <a:avLst/>
          </a:prstGeom>
          <a:ln w="28575" cmpd="sng">
            <a:solidFill>
              <a:srgbClr val="C0000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85" name="直接箭头连接符 584"/>
          <p:cNvCxnSpPr/>
          <p:nvPr/>
        </p:nvCxnSpPr>
        <p:spPr>
          <a:xfrm>
            <a:off x="19260185" y="14411250"/>
            <a:ext cx="483870" cy="1588"/>
          </a:xfrm>
          <a:prstGeom prst="straightConnector1">
            <a:avLst/>
          </a:prstGeom>
          <a:ln w="28575" cmpd="sng">
            <a:solidFill>
              <a:srgbClr val="00B05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249" name="组合 248"/>
          <p:cNvGrpSpPr/>
          <p:nvPr/>
        </p:nvGrpSpPr>
        <p:grpSpPr>
          <a:xfrm>
            <a:off x="30140925" y="12413540"/>
            <a:ext cx="970915" cy="998220"/>
            <a:chOff x="30028515" y="13501370"/>
            <a:chExt cx="970915" cy="998220"/>
          </a:xfrm>
        </p:grpSpPr>
        <p:sp>
          <p:nvSpPr>
            <p:cNvPr id="446" name="Google Shape;78;p16"/>
            <p:cNvSpPr/>
            <p:nvPr/>
          </p:nvSpPr>
          <p:spPr>
            <a:xfrm>
              <a:off x="30755590" y="13508355"/>
              <a:ext cx="239395" cy="247650"/>
            </a:xfrm>
            <a:prstGeom prst="roundRect">
              <a:avLst>
                <a:gd name="adj" fmla="val 8791"/>
              </a:avLst>
            </a:prstGeom>
            <a:solidFill>
              <a:schemeClr val="accent4">
                <a:lumMod val="40000"/>
                <a:lumOff val="60000"/>
              </a:schemeClr>
            </a:solidFill>
            <a:ln w="2857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endParaRPr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447" name="Google Shape;78;p16"/>
            <p:cNvSpPr/>
            <p:nvPr/>
          </p:nvSpPr>
          <p:spPr>
            <a:xfrm>
              <a:off x="30037405" y="14004290"/>
              <a:ext cx="239395" cy="247650"/>
            </a:xfrm>
            <a:prstGeom prst="roundRect">
              <a:avLst>
                <a:gd name="adj" fmla="val 8791"/>
              </a:avLst>
            </a:prstGeom>
            <a:solidFill>
              <a:schemeClr val="accent4">
                <a:lumMod val="40000"/>
                <a:lumOff val="60000"/>
              </a:schemeClr>
            </a:solidFill>
            <a:ln w="2857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endParaRPr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448" name="Google Shape;78;p16"/>
            <p:cNvSpPr/>
            <p:nvPr/>
          </p:nvSpPr>
          <p:spPr>
            <a:xfrm>
              <a:off x="30276800" y="13756005"/>
              <a:ext cx="239395" cy="247650"/>
            </a:xfrm>
            <a:prstGeom prst="roundRect">
              <a:avLst>
                <a:gd name="adj" fmla="val 8791"/>
              </a:avLst>
            </a:prstGeom>
            <a:solidFill>
              <a:schemeClr val="accent4">
                <a:lumMod val="40000"/>
                <a:lumOff val="60000"/>
              </a:schemeClr>
            </a:solidFill>
            <a:ln w="2857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endParaRPr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449" name="Google Shape;78;p16"/>
            <p:cNvSpPr/>
            <p:nvPr/>
          </p:nvSpPr>
          <p:spPr>
            <a:xfrm>
              <a:off x="30279975" y="14251940"/>
              <a:ext cx="239395" cy="247650"/>
            </a:xfrm>
            <a:prstGeom prst="roundRect">
              <a:avLst>
                <a:gd name="adj" fmla="val 8791"/>
              </a:avLst>
            </a:prstGeom>
            <a:solidFill>
              <a:schemeClr val="accent4">
                <a:lumMod val="40000"/>
                <a:lumOff val="60000"/>
              </a:schemeClr>
            </a:solidFill>
            <a:ln w="2857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endParaRPr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450" name="Google Shape;78;p16"/>
            <p:cNvSpPr/>
            <p:nvPr/>
          </p:nvSpPr>
          <p:spPr>
            <a:xfrm>
              <a:off x="30516195" y="13996670"/>
              <a:ext cx="239395" cy="247650"/>
            </a:xfrm>
            <a:prstGeom prst="roundRect">
              <a:avLst>
                <a:gd name="adj" fmla="val 13186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2857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endParaRPr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451" name="Google Shape;78;p16"/>
            <p:cNvSpPr/>
            <p:nvPr/>
          </p:nvSpPr>
          <p:spPr>
            <a:xfrm>
              <a:off x="30037405" y="13505815"/>
              <a:ext cx="239395" cy="247650"/>
            </a:xfrm>
            <a:prstGeom prst="roundRect">
              <a:avLst>
                <a:gd name="adj" fmla="val 13186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2857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endParaRPr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452" name="Google Shape;78;p16"/>
            <p:cNvSpPr/>
            <p:nvPr/>
          </p:nvSpPr>
          <p:spPr>
            <a:xfrm>
              <a:off x="30760035" y="13744575"/>
              <a:ext cx="239395" cy="247650"/>
            </a:xfrm>
            <a:prstGeom prst="roundRect">
              <a:avLst>
                <a:gd name="adj" fmla="val 13186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2857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endParaRPr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453" name="Google Shape;78;p16"/>
            <p:cNvSpPr/>
            <p:nvPr/>
          </p:nvSpPr>
          <p:spPr>
            <a:xfrm>
              <a:off x="30038040" y="14251940"/>
              <a:ext cx="239395" cy="247650"/>
            </a:xfrm>
            <a:prstGeom prst="roundRect">
              <a:avLst>
                <a:gd name="adj" fmla="val 8791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2857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endParaRPr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454" name="Google Shape;78;p16"/>
            <p:cNvSpPr/>
            <p:nvPr/>
          </p:nvSpPr>
          <p:spPr>
            <a:xfrm>
              <a:off x="30760035" y="14250670"/>
              <a:ext cx="239395" cy="247650"/>
            </a:xfrm>
            <a:prstGeom prst="roundRect">
              <a:avLst>
                <a:gd name="adj" fmla="val 13186"/>
              </a:avLst>
            </a:prstGeom>
            <a:solidFill>
              <a:schemeClr val="accent4">
                <a:lumMod val="75000"/>
              </a:schemeClr>
            </a:solidFill>
            <a:ln w="2857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endParaRPr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455" name="Google Shape;78;p16"/>
            <p:cNvSpPr/>
            <p:nvPr/>
          </p:nvSpPr>
          <p:spPr>
            <a:xfrm>
              <a:off x="30276800" y="14001750"/>
              <a:ext cx="239395" cy="247650"/>
            </a:xfrm>
            <a:prstGeom prst="roundRect">
              <a:avLst>
                <a:gd name="adj" fmla="val 13186"/>
              </a:avLst>
            </a:prstGeom>
            <a:solidFill>
              <a:schemeClr val="accent4">
                <a:lumMod val="75000"/>
              </a:schemeClr>
            </a:solidFill>
            <a:ln w="2857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endParaRPr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456" name="Google Shape;78;p16"/>
            <p:cNvSpPr/>
            <p:nvPr/>
          </p:nvSpPr>
          <p:spPr>
            <a:xfrm>
              <a:off x="30516830" y="13749020"/>
              <a:ext cx="239395" cy="247650"/>
            </a:xfrm>
            <a:prstGeom prst="roundRect">
              <a:avLst>
                <a:gd name="adj" fmla="val 13186"/>
              </a:avLst>
            </a:prstGeom>
            <a:solidFill>
              <a:schemeClr val="accent4">
                <a:lumMod val="75000"/>
              </a:schemeClr>
            </a:solidFill>
            <a:ln w="2857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endParaRPr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457" name="Google Shape;78;p16"/>
            <p:cNvSpPr/>
            <p:nvPr/>
          </p:nvSpPr>
          <p:spPr>
            <a:xfrm>
              <a:off x="30280610" y="13501370"/>
              <a:ext cx="239395" cy="247650"/>
            </a:xfrm>
            <a:prstGeom prst="roundRect">
              <a:avLst>
                <a:gd name="adj" fmla="val 13186"/>
              </a:avLst>
            </a:prstGeom>
            <a:solidFill>
              <a:schemeClr val="accent4">
                <a:lumMod val="75000"/>
              </a:schemeClr>
            </a:solidFill>
            <a:ln w="2857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endParaRPr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grpSp>
          <p:nvGrpSpPr>
            <p:cNvPr id="586" name="组合 585"/>
            <p:cNvGrpSpPr>
              <a:grpSpLocks noChangeAspect="1"/>
            </p:cNvGrpSpPr>
            <p:nvPr/>
          </p:nvGrpSpPr>
          <p:grpSpPr>
            <a:xfrm>
              <a:off x="30028515" y="13504545"/>
              <a:ext cx="970280" cy="248920"/>
              <a:chOff x="366" y="509"/>
              <a:chExt cx="4718" cy="1210"/>
            </a:xfrm>
          </p:grpSpPr>
          <p:sp>
            <p:nvSpPr>
              <p:cNvPr id="587" name="Google Shape;78;p16"/>
              <p:cNvSpPr/>
              <p:nvPr/>
            </p:nvSpPr>
            <p:spPr>
              <a:xfrm>
                <a:off x="366" y="509"/>
                <a:ext cx="4719" cy="1204"/>
              </a:xfrm>
              <a:prstGeom prst="roundRect">
                <a:avLst>
                  <a:gd name="adj" fmla="val 16667"/>
                </a:avLst>
              </a:prstGeom>
              <a:noFill/>
              <a:ln w="28575" cap="flat" cmpd="sng">
                <a:solidFill>
                  <a:srgbClr val="00B05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p>
                <a:endParaRPr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  <p:cxnSp>
            <p:nvCxnSpPr>
              <p:cNvPr id="588" name="Google Shape;79;p16"/>
              <p:cNvCxnSpPr/>
              <p:nvPr/>
            </p:nvCxnSpPr>
            <p:spPr>
              <a:xfrm flipH="1">
                <a:off x="1574" y="515"/>
                <a:ext cx="12" cy="1204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B05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89" name="Google Shape;80;p16"/>
              <p:cNvCxnSpPr/>
              <p:nvPr/>
            </p:nvCxnSpPr>
            <p:spPr>
              <a:xfrm flipH="1">
                <a:off x="2741" y="515"/>
                <a:ext cx="12" cy="1204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B05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90" name="Google Shape;81;p16"/>
              <p:cNvCxnSpPr/>
              <p:nvPr/>
            </p:nvCxnSpPr>
            <p:spPr>
              <a:xfrm flipH="1">
                <a:off x="3908" y="515"/>
                <a:ext cx="12" cy="1204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B05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591" name="组合 590"/>
            <p:cNvGrpSpPr>
              <a:grpSpLocks noChangeAspect="1"/>
            </p:cNvGrpSpPr>
            <p:nvPr/>
          </p:nvGrpSpPr>
          <p:grpSpPr>
            <a:xfrm>
              <a:off x="30028515" y="13751560"/>
              <a:ext cx="970280" cy="248920"/>
              <a:chOff x="366" y="509"/>
              <a:chExt cx="4718" cy="1210"/>
            </a:xfrm>
          </p:grpSpPr>
          <p:sp>
            <p:nvSpPr>
              <p:cNvPr id="592" name="Google Shape;78;p16"/>
              <p:cNvSpPr/>
              <p:nvPr/>
            </p:nvSpPr>
            <p:spPr>
              <a:xfrm>
                <a:off x="366" y="509"/>
                <a:ext cx="4719" cy="1204"/>
              </a:xfrm>
              <a:prstGeom prst="roundRect">
                <a:avLst>
                  <a:gd name="adj" fmla="val 16667"/>
                </a:avLst>
              </a:prstGeom>
              <a:noFill/>
              <a:ln w="28575" cap="flat" cmpd="sng">
                <a:solidFill>
                  <a:srgbClr val="00B05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p>
                <a:endParaRPr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  <p:cxnSp>
            <p:nvCxnSpPr>
              <p:cNvPr id="593" name="Google Shape;79;p16"/>
              <p:cNvCxnSpPr/>
              <p:nvPr/>
            </p:nvCxnSpPr>
            <p:spPr>
              <a:xfrm flipH="1">
                <a:off x="1574" y="515"/>
                <a:ext cx="12" cy="1204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B05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94" name="Google Shape;80;p16"/>
              <p:cNvCxnSpPr/>
              <p:nvPr/>
            </p:nvCxnSpPr>
            <p:spPr>
              <a:xfrm flipH="1">
                <a:off x="2741" y="515"/>
                <a:ext cx="12" cy="1204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B05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95" name="Google Shape;81;p16"/>
              <p:cNvCxnSpPr/>
              <p:nvPr/>
            </p:nvCxnSpPr>
            <p:spPr>
              <a:xfrm flipH="1">
                <a:off x="3908" y="515"/>
                <a:ext cx="12" cy="1204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B05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596" name="组合 595"/>
            <p:cNvGrpSpPr>
              <a:grpSpLocks noChangeAspect="1"/>
            </p:cNvGrpSpPr>
            <p:nvPr/>
          </p:nvGrpSpPr>
          <p:grpSpPr>
            <a:xfrm>
              <a:off x="30028515" y="14001750"/>
              <a:ext cx="970280" cy="248920"/>
              <a:chOff x="366" y="509"/>
              <a:chExt cx="4718" cy="1210"/>
            </a:xfrm>
          </p:grpSpPr>
          <p:sp>
            <p:nvSpPr>
              <p:cNvPr id="597" name="Google Shape;78;p16"/>
              <p:cNvSpPr/>
              <p:nvPr/>
            </p:nvSpPr>
            <p:spPr>
              <a:xfrm>
                <a:off x="366" y="509"/>
                <a:ext cx="4719" cy="1204"/>
              </a:xfrm>
              <a:prstGeom prst="roundRect">
                <a:avLst>
                  <a:gd name="adj" fmla="val 16667"/>
                </a:avLst>
              </a:prstGeom>
              <a:noFill/>
              <a:ln w="28575" cap="flat" cmpd="sng">
                <a:solidFill>
                  <a:srgbClr val="00B05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p>
                <a:endParaRPr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  <p:cxnSp>
            <p:nvCxnSpPr>
              <p:cNvPr id="598" name="Google Shape;79;p16"/>
              <p:cNvCxnSpPr/>
              <p:nvPr/>
            </p:nvCxnSpPr>
            <p:spPr>
              <a:xfrm flipH="1">
                <a:off x="1574" y="515"/>
                <a:ext cx="12" cy="1204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B05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99" name="Google Shape;80;p16"/>
              <p:cNvCxnSpPr/>
              <p:nvPr/>
            </p:nvCxnSpPr>
            <p:spPr>
              <a:xfrm flipH="1">
                <a:off x="2741" y="515"/>
                <a:ext cx="12" cy="1204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B05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00" name="Google Shape;81;p16"/>
              <p:cNvCxnSpPr/>
              <p:nvPr/>
            </p:nvCxnSpPr>
            <p:spPr>
              <a:xfrm flipH="1">
                <a:off x="3908" y="515"/>
                <a:ext cx="12" cy="1204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B05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601" name="组合 600"/>
            <p:cNvGrpSpPr>
              <a:grpSpLocks noChangeAspect="1"/>
            </p:cNvGrpSpPr>
            <p:nvPr/>
          </p:nvGrpSpPr>
          <p:grpSpPr>
            <a:xfrm>
              <a:off x="30028515" y="14250670"/>
              <a:ext cx="970486" cy="248920"/>
              <a:chOff x="366" y="509"/>
              <a:chExt cx="4719" cy="1210"/>
            </a:xfrm>
          </p:grpSpPr>
          <p:sp>
            <p:nvSpPr>
              <p:cNvPr id="602" name="Google Shape;78;p16"/>
              <p:cNvSpPr/>
              <p:nvPr/>
            </p:nvSpPr>
            <p:spPr>
              <a:xfrm>
                <a:off x="366" y="509"/>
                <a:ext cx="4719" cy="1204"/>
              </a:xfrm>
              <a:prstGeom prst="roundRect">
                <a:avLst>
                  <a:gd name="adj" fmla="val 16667"/>
                </a:avLst>
              </a:prstGeom>
              <a:noFill/>
              <a:ln w="28575" cap="flat" cmpd="sng">
                <a:solidFill>
                  <a:srgbClr val="00B05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p>
                <a:endParaRPr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  <p:cxnSp>
            <p:nvCxnSpPr>
              <p:cNvPr id="603" name="Google Shape;79;p16"/>
              <p:cNvCxnSpPr/>
              <p:nvPr/>
            </p:nvCxnSpPr>
            <p:spPr>
              <a:xfrm flipH="1">
                <a:off x="1574" y="515"/>
                <a:ext cx="12" cy="1204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B05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04" name="Google Shape;80;p16"/>
              <p:cNvCxnSpPr/>
              <p:nvPr/>
            </p:nvCxnSpPr>
            <p:spPr>
              <a:xfrm flipH="1">
                <a:off x="2741" y="515"/>
                <a:ext cx="12" cy="1204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B05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05" name="Google Shape;81;p16"/>
              <p:cNvCxnSpPr/>
              <p:nvPr/>
            </p:nvCxnSpPr>
            <p:spPr>
              <a:xfrm flipH="1">
                <a:off x="3908" y="515"/>
                <a:ext cx="12" cy="1204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B05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cxnSp>
        <p:nvCxnSpPr>
          <p:cNvPr id="606" name="直接箭头连接符 605"/>
          <p:cNvCxnSpPr/>
          <p:nvPr/>
        </p:nvCxnSpPr>
        <p:spPr>
          <a:xfrm flipV="1">
            <a:off x="29818329" y="12540574"/>
            <a:ext cx="322580" cy="342247"/>
          </a:xfrm>
          <a:prstGeom prst="straightConnector1">
            <a:avLst/>
          </a:prstGeom>
          <a:ln w="28575" cmpd="sng">
            <a:solidFill>
              <a:srgbClr val="C0000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07" name="直接箭头连接符 606"/>
          <p:cNvCxnSpPr/>
          <p:nvPr/>
        </p:nvCxnSpPr>
        <p:spPr>
          <a:xfrm>
            <a:off x="29818329" y="12882805"/>
            <a:ext cx="322580" cy="154958"/>
          </a:xfrm>
          <a:prstGeom prst="straightConnector1">
            <a:avLst/>
          </a:prstGeom>
          <a:ln w="28575" cmpd="sng">
            <a:solidFill>
              <a:srgbClr val="C0000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08" name="直接箭头连接符 607"/>
          <p:cNvCxnSpPr/>
          <p:nvPr/>
        </p:nvCxnSpPr>
        <p:spPr>
          <a:xfrm>
            <a:off x="29818329" y="12882805"/>
            <a:ext cx="322580" cy="403878"/>
          </a:xfrm>
          <a:prstGeom prst="straightConnector1">
            <a:avLst/>
          </a:prstGeom>
          <a:ln w="28575" cmpd="sng">
            <a:solidFill>
              <a:srgbClr val="C0000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09" name="直接箭头连接符 608"/>
          <p:cNvCxnSpPr/>
          <p:nvPr/>
        </p:nvCxnSpPr>
        <p:spPr>
          <a:xfrm flipV="1">
            <a:off x="29818329" y="12787573"/>
            <a:ext cx="322580" cy="95232"/>
          </a:xfrm>
          <a:prstGeom prst="straightConnector1">
            <a:avLst/>
          </a:prstGeom>
          <a:ln w="28575" cmpd="sng">
            <a:solidFill>
              <a:srgbClr val="C0000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10" name="文本框 609"/>
          <p:cNvSpPr txBox="1"/>
          <p:nvPr/>
        </p:nvSpPr>
        <p:spPr>
          <a:xfrm rot="16200000">
            <a:off x="28113373" y="8715935"/>
            <a:ext cx="2031325" cy="3825240"/>
          </a:xfrm>
          <a:prstGeom prst="rect">
            <a:avLst/>
          </a:prstGeom>
          <a:noFill/>
          <a:ln>
            <a:noFill/>
          </a:ln>
        </p:spPr>
        <p:txBody>
          <a:bodyPr vert="eaVert" wrap="square" rtlCol="0">
            <a:spAutoFit/>
          </a:bodyPr>
          <a:p>
            <a:pPr algn="ctr"/>
            <a:r>
              <a:rPr lang="en-US" altLang="zh-CN" sz="4000" b="1" i="1" dirty="0">
                <a:latin typeface="Cambria Math" panose="02040503050406030204" pitchFamily="18" charset="0"/>
                <a:ea typeface="微软雅黑 Light" panose="020B0502040204020203" charset="-122"/>
                <a:cs typeface="Cambria Math" panose="02040503050406030204" pitchFamily="18" charset="0"/>
              </a:rPr>
              <a:t>Multi-Relation Global </a:t>
            </a:r>
            <a:endParaRPr lang="en-US" altLang="zh-CN" sz="4000" b="1" i="1" dirty="0">
              <a:latin typeface="Cambria Math" panose="02040503050406030204" pitchFamily="18" charset="0"/>
              <a:ea typeface="微软雅黑 Light" panose="020B0502040204020203" charset="-122"/>
              <a:cs typeface="Cambria Math" panose="02040503050406030204" pitchFamily="18" charset="0"/>
            </a:endParaRPr>
          </a:p>
          <a:p>
            <a:pPr algn="ctr"/>
            <a:r>
              <a:rPr lang="en-US" altLang="zh-CN" sz="4000" b="1" i="1" dirty="0">
                <a:latin typeface="Cambria Math" panose="02040503050406030204" pitchFamily="18" charset="0"/>
                <a:ea typeface="微软雅黑 Light" panose="020B0502040204020203" charset="-122"/>
                <a:cs typeface="Cambria Math" panose="02040503050406030204" pitchFamily="18" charset="0"/>
              </a:rPr>
              <a:t>Cross-Attention</a:t>
            </a:r>
            <a:endParaRPr lang="en-US" altLang="zh-CN" sz="4000" dirty="0"/>
          </a:p>
        </p:txBody>
      </p:sp>
      <p:pic>
        <p:nvPicPr>
          <p:cNvPr id="611" name="图片 610" descr="target node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761239" y="9878638"/>
            <a:ext cx="1080135" cy="1080135"/>
          </a:xfrm>
          <a:prstGeom prst="rect">
            <a:avLst/>
          </a:prstGeom>
        </p:spPr>
      </p:pic>
      <p:pic>
        <p:nvPicPr>
          <p:cNvPr id="612" name="图片 611" descr="herb node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060957" y="13776363"/>
            <a:ext cx="995045" cy="995045"/>
          </a:xfrm>
          <a:prstGeom prst="rect">
            <a:avLst/>
          </a:prstGeom>
        </p:spPr>
      </p:pic>
      <p:pic>
        <p:nvPicPr>
          <p:cNvPr id="613" name="图片 612" descr="herb node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187957" y="13903363"/>
            <a:ext cx="995045" cy="995045"/>
          </a:xfrm>
          <a:prstGeom prst="rect">
            <a:avLst/>
          </a:prstGeom>
        </p:spPr>
      </p:pic>
      <p:pic>
        <p:nvPicPr>
          <p:cNvPr id="614" name="图片 613" descr="herb node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314957" y="14030363"/>
            <a:ext cx="995045" cy="995045"/>
          </a:xfrm>
          <a:prstGeom prst="rect">
            <a:avLst/>
          </a:prstGeom>
        </p:spPr>
      </p:pic>
      <p:pic>
        <p:nvPicPr>
          <p:cNvPr id="615" name="图片 614" descr="molecule nod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60957" y="12005706"/>
            <a:ext cx="995045" cy="995045"/>
          </a:xfrm>
          <a:prstGeom prst="rect">
            <a:avLst/>
          </a:prstGeom>
        </p:spPr>
      </p:pic>
      <p:pic>
        <p:nvPicPr>
          <p:cNvPr id="616" name="图片 615" descr="target node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888239" y="10005638"/>
            <a:ext cx="1080135" cy="1080135"/>
          </a:xfrm>
          <a:prstGeom prst="rect">
            <a:avLst/>
          </a:prstGeom>
        </p:spPr>
      </p:pic>
      <p:sp>
        <p:nvSpPr>
          <p:cNvPr id="620" name="圆角矩形 619"/>
          <p:cNvSpPr/>
          <p:nvPr/>
        </p:nvSpPr>
        <p:spPr>
          <a:xfrm>
            <a:off x="13798569" y="10027228"/>
            <a:ext cx="1553845" cy="1080135"/>
          </a:xfrm>
          <a:prstGeom prst="roundRect">
            <a:avLst/>
          </a:prstGeom>
          <a:solidFill>
            <a:schemeClr val="bg1"/>
          </a:solidFill>
          <a:ln w="28575" cmpd="sng">
            <a:solidFill>
              <a:srgbClr val="0070C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4400" baseline="-2500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21" name="文本框 620"/>
              <p:cNvSpPr txBox="1"/>
              <p:nvPr/>
            </p:nvSpPr>
            <p:spPr>
              <a:xfrm>
                <a:off x="13838556" y="10142798"/>
                <a:ext cx="529590" cy="657225"/>
              </a:xfrm>
              <a:prstGeom prst="rect">
                <a:avLst/>
              </a:prstGeom>
              <a:noFill/>
            </p:spPr>
            <p:txBody>
              <a:bodyPr wrap="none" rtlCol="0" anchor="t">
                <a:noAutofit/>
              </a:bodyPr>
              <a:p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trlPr>
                                <a:rPr lang="en-US" altLang="zh-CN" sz="4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4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𝑊</m:t>
                              </m:r>
                            </m:e>
                          </m:acc>
                        </m:e>
                        <m:sub>
                          <m:r>
                            <a:rPr lang="zh-CN" altLang="en-US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𝜙</m:t>
                          </m:r>
                          <m: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4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4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CN" sz="4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</m:oMath>
                  </m:oMathPara>
                </a14:m>
                <a:endParaRPr lang="en-US" altLang="zh-CN" sz="4000" dirty="0"/>
              </a:p>
            </p:txBody>
          </p:sp>
        </mc:Choice>
        <mc:Fallback>
          <p:sp>
            <p:nvSpPr>
              <p:cNvPr id="621" name="文本框 6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38556" y="10142798"/>
                <a:ext cx="529590" cy="657225"/>
              </a:xfrm>
              <a:prstGeom prst="rect">
                <a:avLst/>
              </a:prstGeom>
              <a:blipFill rotWithShape="1">
                <a:blip r:embed="rId39"/>
                <a:stretch>
                  <a:fillRect l="-88250" t="-88" r="-109472" b="-140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2" name="圆角矩形 621"/>
          <p:cNvSpPr/>
          <p:nvPr/>
        </p:nvSpPr>
        <p:spPr>
          <a:xfrm>
            <a:off x="13796662" y="13877328"/>
            <a:ext cx="1553845" cy="1080135"/>
          </a:xfrm>
          <a:prstGeom prst="roundRect">
            <a:avLst/>
          </a:prstGeom>
          <a:solidFill>
            <a:schemeClr val="bg1"/>
          </a:solidFill>
          <a:ln w="28575" cmpd="sng">
            <a:solidFill>
              <a:srgbClr val="00B05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4400" baseline="-25000">
              <a:solidFill>
                <a:schemeClr val="tx1"/>
              </a:solidFill>
            </a:endParaRPr>
          </a:p>
        </p:txBody>
      </p:sp>
      <p:sp>
        <p:nvSpPr>
          <p:cNvPr id="623" name="圆角矩形 622"/>
          <p:cNvSpPr/>
          <p:nvPr/>
        </p:nvSpPr>
        <p:spPr>
          <a:xfrm>
            <a:off x="13799202" y="11857751"/>
            <a:ext cx="1553845" cy="1080135"/>
          </a:xfrm>
          <a:prstGeom prst="roundRect">
            <a:avLst/>
          </a:prstGeom>
          <a:solidFill>
            <a:schemeClr val="bg1"/>
          </a:solidFill>
          <a:ln w="28575" cmpd="sng">
            <a:solidFill>
              <a:schemeClr val="accent2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4400" baseline="-2500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24" name="文本框 623"/>
              <p:cNvSpPr txBox="1"/>
              <p:nvPr/>
            </p:nvSpPr>
            <p:spPr>
              <a:xfrm>
                <a:off x="13830448" y="12040631"/>
                <a:ext cx="871220" cy="657225"/>
              </a:xfrm>
              <a:prstGeom prst="rect">
                <a:avLst/>
              </a:prstGeom>
              <a:noFill/>
            </p:spPr>
            <p:txBody>
              <a:bodyPr wrap="none" rtlCol="0" anchor="t">
                <a:noAutofit/>
              </a:bodyPr>
              <a:p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trlPr>
                                <a:rPr lang="en-US" altLang="zh-CN" sz="4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4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𝑊</m:t>
                              </m:r>
                            </m:e>
                          </m:acc>
                        </m:e>
                        <m:sub>
                          <m:r>
                            <a:rPr lang="zh-CN" altLang="en-US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𝜙</m:t>
                          </m:r>
                          <m: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4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4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CN" sz="4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</m:oMath>
                  </m:oMathPara>
                </a14:m>
                <a:endParaRPr lang="en-US" altLang="zh-CN" sz="4000" dirty="0"/>
              </a:p>
            </p:txBody>
          </p:sp>
        </mc:Choice>
        <mc:Fallback>
          <p:sp>
            <p:nvSpPr>
              <p:cNvPr id="624" name="文本框 6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30448" y="12040631"/>
                <a:ext cx="871220" cy="657225"/>
              </a:xfrm>
              <a:prstGeom prst="rect">
                <a:avLst/>
              </a:prstGeom>
              <a:blipFill rotWithShape="1">
                <a:blip r:embed="rId40"/>
                <a:stretch>
                  <a:fillRect l="-34055" t="-60" r="-46922" b="-140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5" name="文本框 624"/>
              <p:cNvSpPr txBox="1"/>
              <p:nvPr/>
            </p:nvSpPr>
            <p:spPr>
              <a:xfrm>
                <a:off x="13921106" y="14039888"/>
                <a:ext cx="1068070" cy="657225"/>
              </a:xfrm>
              <a:prstGeom prst="rect">
                <a:avLst/>
              </a:prstGeom>
              <a:noFill/>
            </p:spPr>
            <p:txBody>
              <a:bodyPr wrap="none" rtlCol="0" anchor="t">
                <a:noAutofit/>
              </a:bodyPr>
              <a:p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trlPr>
                                <a:rPr lang="en-US" altLang="zh-CN" sz="4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4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𝑊</m:t>
                              </m:r>
                            </m:e>
                          </m:acc>
                        </m:e>
                        <m:sub>
                          <m:r>
                            <a:rPr lang="zh-CN" altLang="en-US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𝜙</m:t>
                          </m:r>
                          <m: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</m:oMath>
                  </m:oMathPara>
                </a14:m>
                <a:endParaRPr lang="en-US" altLang="zh-CN" sz="4000" dirty="0"/>
              </a:p>
            </p:txBody>
          </p:sp>
        </mc:Choice>
        <mc:Fallback>
          <p:sp>
            <p:nvSpPr>
              <p:cNvPr id="625" name="文本框 6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21106" y="14039888"/>
                <a:ext cx="1068070" cy="657225"/>
              </a:xfrm>
              <a:prstGeom prst="rect">
                <a:avLst/>
              </a:prstGeom>
              <a:blipFill rotWithShape="1">
                <a:blip r:embed="rId41"/>
                <a:stretch>
                  <a:fillRect l="-8621" t="-6" r="-19144" b="-141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6" name="文本框 625"/>
              <p:cNvSpPr txBox="1"/>
              <p:nvPr/>
            </p:nvSpPr>
            <p:spPr>
              <a:xfrm>
                <a:off x="18187035" y="14939683"/>
                <a:ext cx="1351280" cy="657225"/>
              </a:xfrm>
              <a:prstGeom prst="rect">
                <a:avLst/>
              </a:prstGeom>
              <a:noFill/>
            </p:spPr>
            <p:txBody>
              <a:bodyPr wrap="none" rtlCol="0" anchor="t">
                <a:no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4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trlPr>
                                <a:rPr lang="en-US" altLang="zh-CN" sz="4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4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𝐻</m:t>
                              </m:r>
                            </m:e>
                          </m:acc>
                        </m:e>
                        <m:sub>
                          <m: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altLang="zh-CN" sz="4000" dirty="0"/>
              </a:p>
            </p:txBody>
          </p:sp>
        </mc:Choice>
        <mc:Fallback>
          <p:sp>
            <p:nvSpPr>
              <p:cNvPr id="626" name="文本框 6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87035" y="14939683"/>
                <a:ext cx="1351280" cy="657225"/>
              </a:xfrm>
              <a:prstGeom prst="rect">
                <a:avLst/>
              </a:prstGeom>
              <a:blipFill rotWithShape="1">
                <a:blip r:embed="rId42"/>
                <a:stretch>
                  <a:fillRect t="-6" b="-22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29" name="肘形连接符 628"/>
          <p:cNvCxnSpPr>
            <a:endCxn id="518" idx="0"/>
          </p:cNvCxnSpPr>
          <p:nvPr/>
        </p:nvCxnSpPr>
        <p:spPr>
          <a:xfrm>
            <a:off x="16793848" y="10544103"/>
            <a:ext cx="634680" cy="506092"/>
          </a:xfrm>
          <a:prstGeom prst="bentConnector2">
            <a:avLst/>
          </a:prstGeom>
          <a:ln w="28575" cmpd="sng">
            <a:solidFill>
              <a:srgbClr val="0070C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30" name="肘形连接符 629"/>
          <p:cNvCxnSpPr>
            <a:endCxn id="518" idx="2"/>
          </p:cNvCxnSpPr>
          <p:nvPr/>
        </p:nvCxnSpPr>
        <p:spPr>
          <a:xfrm flipV="1">
            <a:off x="16793861" y="11796971"/>
            <a:ext cx="634683" cy="601345"/>
          </a:xfrm>
          <a:prstGeom prst="bentConnector2">
            <a:avLst/>
          </a:prstGeom>
          <a:ln w="28575" cmpd="sng">
            <a:solidFill>
              <a:schemeClr val="accent2">
                <a:lumMod val="75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31" name="直接箭头连接符 630"/>
          <p:cNvCxnSpPr/>
          <p:nvPr/>
        </p:nvCxnSpPr>
        <p:spPr>
          <a:xfrm flipV="1">
            <a:off x="17801590" y="11405160"/>
            <a:ext cx="504190" cy="0"/>
          </a:xfrm>
          <a:prstGeom prst="straightConnector1">
            <a:avLst/>
          </a:prstGeom>
          <a:ln w="28575" cmpd="sng">
            <a:solidFill>
              <a:schemeClr val="accent1">
                <a:lumMod val="75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32" name="文本框 631"/>
              <p:cNvSpPr txBox="1"/>
              <p:nvPr/>
            </p:nvSpPr>
            <p:spPr>
              <a:xfrm>
                <a:off x="18188940" y="12005886"/>
                <a:ext cx="1351280" cy="657225"/>
              </a:xfrm>
              <a:prstGeom prst="rect">
                <a:avLst/>
              </a:prstGeom>
              <a:noFill/>
            </p:spPr>
            <p:txBody>
              <a:bodyPr wrap="none" rtlCol="0" anchor="t">
                <a:no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4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trlPr>
                                <a:rPr lang="en-US" altLang="zh-CN" sz="4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4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𝐻</m:t>
                              </m:r>
                            </m:e>
                          </m:acc>
                        </m:e>
                        <m:sub>
                          <m: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en-US" altLang="zh-CN" sz="4000" dirty="0"/>
              </a:p>
            </p:txBody>
          </p:sp>
        </mc:Choice>
        <mc:Fallback>
          <p:sp>
            <p:nvSpPr>
              <p:cNvPr id="632" name="文本框 6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88940" y="12005886"/>
                <a:ext cx="1351280" cy="657225"/>
              </a:xfrm>
              <a:prstGeom prst="rect">
                <a:avLst/>
              </a:prstGeom>
              <a:blipFill rotWithShape="1">
                <a:blip r:embed="rId43"/>
                <a:stretch>
                  <a:fillRect t="-88" b="-21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33" name="组合 632"/>
          <p:cNvGrpSpPr/>
          <p:nvPr/>
        </p:nvGrpSpPr>
        <p:grpSpPr>
          <a:xfrm>
            <a:off x="19744071" y="13666411"/>
            <a:ext cx="3085465" cy="1492885"/>
            <a:chOff x="44307" y="2422"/>
            <a:chExt cx="5025" cy="1962"/>
          </a:xfrm>
        </p:grpSpPr>
        <p:sp>
          <p:nvSpPr>
            <p:cNvPr id="634" name="圆角矩形 633"/>
            <p:cNvSpPr/>
            <p:nvPr/>
          </p:nvSpPr>
          <p:spPr>
            <a:xfrm>
              <a:off x="44307" y="2422"/>
              <a:ext cx="5025" cy="1962"/>
            </a:xfrm>
            <a:prstGeom prst="roundRect">
              <a:avLst/>
            </a:prstGeom>
            <a:solidFill>
              <a:schemeClr val="bg1"/>
            </a:solidFill>
            <a:ln w="28575" cmpd="sng">
              <a:solidFill>
                <a:srgbClr val="00B050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 sz="4400" baseline="-25000">
                <a:solidFill>
                  <a:schemeClr val="tx1"/>
                </a:solidFill>
              </a:endParaRPr>
            </a:p>
          </p:txBody>
        </p:sp>
        <p:sp>
          <p:nvSpPr>
            <p:cNvPr id="635" name="文本框 634"/>
            <p:cNvSpPr txBox="1"/>
            <p:nvPr/>
          </p:nvSpPr>
          <p:spPr>
            <a:xfrm>
              <a:off x="45809" y="2603"/>
              <a:ext cx="1885" cy="1380"/>
            </a:xfrm>
            <a:prstGeom prst="rect">
              <a:avLst/>
            </a:prstGeom>
            <a:noFill/>
          </p:spPr>
          <p:txBody>
            <a:bodyPr wrap="none" rtlCol="0" anchor="t">
              <a:noAutofit/>
            </a:bodyPr>
            <a:p>
              <a:pPr algn="ctr"/>
              <a:r>
                <a:rPr lang="en-US" altLang="zh-CN" sz="3600" b="1" i="1" dirty="0">
                  <a:latin typeface="Cambria Math" panose="02040503050406030204" pitchFamily="18" charset="0"/>
                  <a:cs typeface="Cambria Math" panose="02040503050406030204" pitchFamily="18" charset="0"/>
                </a:rPr>
                <a:t>Multi-Head</a:t>
              </a:r>
              <a:br>
                <a:rPr lang="en-US" altLang="zh-CN" sz="3600" b="1" i="1" dirty="0">
                  <a:latin typeface="Cambria Math" panose="02040503050406030204" pitchFamily="18" charset="0"/>
                  <a:cs typeface="Cambria Math" panose="02040503050406030204" pitchFamily="18" charset="0"/>
                </a:rPr>
              </a:br>
              <a:r>
                <a:rPr lang="en-US" altLang="zh-CN" sz="3600" b="1" i="1" dirty="0">
                  <a:latin typeface="Cambria Math" panose="02040503050406030204" pitchFamily="18" charset="0"/>
                  <a:cs typeface="Cambria Math" panose="02040503050406030204" pitchFamily="18" charset="0"/>
                </a:rPr>
                <a:t>Self-Attention</a:t>
              </a:r>
              <a:endParaRPr lang="en-US" altLang="zh-CN" sz="3600" b="1" dirty="0"/>
            </a:p>
          </p:txBody>
        </p:sp>
      </p:grpSp>
      <p:grpSp>
        <p:nvGrpSpPr>
          <p:cNvPr id="636" name="组合 635"/>
          <p:cNvGrpSpPr/>
          <p:nvPr/>
        </p:nvGrpSpPr>
        <p:grpSpPr>
          <a:xfrm>
            <a:off x="23141321" y="14669076"/>
            <a:ext cx="3060065" cy="1475105"/>
            <a:chOff x="44606" y="1751"/>
            <a:chExt cx="5126" cy="2326"/>
          </a:xfrm>
        </p:grpSpPr>
        <p:sp>
          <p:nvSpPr>
            <p:cNvPr id="637" name="圆角矩形 636"/>
            <p:cNvSpPr/>
            <p:nvPr/>
          </p:nvSpPr>
          <p:spPr>
            <a:xfrm>
              <a:off x="44606" y="1751"/>
              <a:ext cx="5126" cy="2326"/>
            </a:xfrm>
            <a:prstGeom prst="roundRect">
              <a:avLst/>
            </a:prstGeom>
            <a:solidFill>
              <a:schemeClr val="bg1"/>
            </a:solidFill>
            <a:ln w="28575" cmpd="sng">
              <a:solidFill>
                <a:srgbClr val="00B050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 sz="4400" baseline="-25000">
                <a:solidFill>
                  <a:schemeClr val="tx1"/>
                </a:solidFill>
              </a:endParaRPr>
            </a:p>
          </p:txBody>
        </p:sp>
        <p:sp>
          <p:nvSpPr>
            <p:cNvPr id="638" name="文本框 637"/>
            <p:cNvSpPr txBox="1"/>
            <p:nvPr/>
          </p:nvSpPr>
          <p:spPr>
            <a:xfrm>
              <a:off x="45724" y="2104"/>
              <a:ext cx="2688" cy="1380"/>
            </a:xfrm>
            <a:prstGeom prst="rect">
              <a:avLst/>
            </a:prstGeom>
            <a:noFill/>
          </p:spPr>
          <p:txBody>
            <a:bodyPr wrap="none" rtlCol="0" anchor="t">
              <a:noAutofit/>
            </a:bodyPr>
            <a:p>
              <a:pPr algn="ctr"/>
              <a:r>
                <a:rPr lang="en-US" altLang="zh-CN" sz="3600" b="1" i="1">
                  <a:latin typeface="Cambria Math" panose="02040503050406030204" pitchFamily="18" charset="0"/>
                  <a:cs typeface="Cambria Math" panose="02040503050406030204" pitchFamily="18" charset="0"/>
                </a:rPr>
                <a:t>Feed Forward</a:t>
              </a:r>
              <a:br>
                <a:rPr lang="en-US" altLang="zh-CN" sz="3600" b="1" i="1">
                  <a:latin typeface="Cambria Math" panose="02040503050406030204" pitchFamily="18" charset="0"/>
                  <a:cs typeface="Cambria Math" panose="02040503050406030204" pitchFamily="18" charset="0"/>
                </a:rPr>
              </a:br>
              <a:r>
                <a:rPr lang="en-US" altLang="zh-CN" sz="3600" b="1" i="1">
                  <a:latin typeface="Cambria Math" panose="02040503050406030204" pitchFamily="18" charset="0"/>
                  <a:cs typeface="Cambria Math" panose="02040503050406030204" pitchFamily="18" charset="0"/>
                </a:rPr>
                <a:t>Network</a:t>
              </a:r>
              <a:endParaRPr lang="en-US" altLang="zh-CN" sz="3600" b="1"/>
            </a:p>
          </p:txBody>
        </p:sp>
      </p:grpSp>
      <p:cxnSp>
        <p:nvCxnSpPr>
          <p:cNvPr id="639" name="直接箭头连接符 638"/>
          <p:cNvCxnSpPr/>
          <p:nvPr/>
        </p:nvCxnSpPr>
        <p:spPr>
          <a:xfrm flipV="1">
            <a:off x="19317353" y="11386110"/>
            <a:ext cx="467995" cy="0"/>
          </a:xfrm>
          <a:prstGeom prst="straightConnector1">
            <a:avLst/>
          </a:prstGeom>
          <a:ln w="28575" cmpd="sng">
            <a:solidFill>
              <a:schemeClr val="accent1">
                <a:lumMod val="75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40" name="肘形连接符 639"/>
          <p:cNvCxnSpPr/>
          <p:nvPr/>
        </p:nvCxnSpPr>
        <p:spPr>
          <a:xfrm flipH="1">
            <a:off x="24850743" y="10369793"/>
            <a:ext cx="1382395" cy="1784032"/>
          </a:xfrm>
          <a:prstGeom prst="bentConnector4">
            <a:avLst>
              <a:gd name="adj1" fmla="val -35830"/>
              <a:gd name="adj2" fmla="val 70671"/>
            </a:avLst>
          </a:prstGeom>
          <a:ln w="28575" cmpd="sng">
            <a:solidFill>
              <a:schemeClr val="accent1">
                <a:lumMod val="75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41" name="肘形连接符 640"/>
          <p:cNvCxnSpPr/>
          <p:nvPr/>
        </p:nvCxnSpPr>
        <p:spPr>
          <a:xfrm flipH="1" flipV="1">
            <a:off x="24850741" y="13646710"/>
            <a:ext cx="1350645" cy="1760220"/>
          </a:xfrm>
          <a:prstGeom prst="bentConnector4">
            <a:avLst>
              <a:gd name="adj1" fmla="val -37565"/>
              <a:gd name="adj2" fmla="val 70960"/>
            </a:avLst>
          </a:prstGeom>
          <a:ln w="28575" cmpd="sng">
            <a:solidFill>
              <a:srgbClr val="00B05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43" name="肘形连接符 642"/>
          <p:cNvCxnSpPr/>
          <p:nvPr/>
        </p:nvCxnSpPr>
        <p:spPr>
          <a:xfrm rot="16200000" flipH="1">
            <a:off x="22090539" y="14355529"/>
            <a:ext cx="247332" cy="1854834"/>
          </a:xfrm>
          <a:prstGeom prst="bentConnector2">
            <a:avLst/>
          </a:prstGeom>
          <a:ln w="28575" cmpd="sng">
            <a:solidFill>
              <a:srgbClr val="00B05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644" name="组合 643"/>
          <p:cNvGrpSpPr>
            <a:grpSpLocks noChangeAspect="1"/>
          </p:cNvGrpSpPr>
          <p:nvPr/>
        </p:nvGrpSpPr>
        <p:grpSpPr>
          <a:xfrm>
            <a:off x="26743024" y="12144934"/>
            <a:ext cx="3099262" cy="1494000"/>
            <a:chOff x="44256" y="1559"/>
            <a:chExt cx="5126" cy="2326"/>
          </a:xfrm>
        </p:grpSpPr>
        <p:sp>
          <p:nvSpPr>
            <p:cNvPr id="645" name="圆角矩形 644"/>
            <p:cNvSpPr/>
            <p:nvPr/>
          </p:nvSpPr>
          <p:spPr>
            <a:xfrm>
              <a:off x="44256" y="1559"/>
              <a:ext cx="5126" cy="2326"/>
            </a:xfrm>
            <a:prstGeom prst="roundRect">
              <a:avLst/>
            </a:prstGeom>
            <a:solidFill>
              <a:schemeClr val="bg1"/>
            </a:solidFill>
            <a:ln w="28575" cmpd="sng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 sz="4400" baseline="-25000">
                <a:solidFill>
                  <a:schemeClr val="tx1"/>
                </a:solidFill>
              </a:endParaRPr>
            </a:p>
          </p:txBody>
        </p:sp>
        <p:sp>
          <p:nvSpPr>
            <p:cNvPr id="646" name="文本框 645"/>
            <p:cNvSpPr txBox="1"/>
            <p:nvPr/>
          </p:nvSpPr>
          <p:spPr>
            <a:xfrm>
              <a:off x="45414" y="1828"/>
              <a:ext cx="2688" cy="1380"/>
            </a:xfrm>
            <a:prstGeom prst="rect">
              <a:avLst/>
            </a:prstGeom>
            <a:noFill/>
          </p:spPr>
          <p:txBody>
            <a:bodyPr wrap="none" rtlCol="0" anchor="t">
              <a:noAutofit/>
            </a:bodyPr>
            <a:p>
              <a:pPr algn="ctr"/>
              <a:r>
                <a:rPr lang="en-US" altLang="zh-CN" sz="3600" b="1" i="1" dirty="0">
                  <a:latin typeface="Cambria Math" panose="02040503050406030204" pitchFamily="18" charset="0"/>
                  <a:cs typeface="Cambria Math" panose="02040503050406030204" pitchFamily="18" charset="0"/>
                </a:rPr>
                <a:t>Feed Forward</a:t>
              </a:r>
              <a:br>
                <a:rPr lang="en-US" altLang="zh-CN" sz="3600" b="1" i="1" dirty="0">
                  <a:latin typeface="Cambria Math" panose="02040503050406030204" pitchFamily="18" charset="0"/>
                  <a:cs typeface="Cambria Math" panose="02040503050406030204" pitchFamily="18" charset="0"/>
                </a:rPr>
              </a:br>
              <a:r>
                <a:rPr lang="en-US" altLang="zh-CN" sz="3600" b="1" i="1" dirty="0">
                  <a:latin typeface="Cambria Math" panose="02040503050406030204" pitchFamily="18" charset="0"/>
                  <a:cs typeface="Cambria Math" panose="02040503050406030204" pitchFamily="18" charset="0"/>
                </a:rPr>
                <a:t>Network</a:t>
              </a:r>
              <a:endParaRPr lang="en-US" altLang="zh-CN" sz="3600" b="1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47" name="文本框 646"/>
              <p:cNvSpPr txBox="1"/>
              <p:nvPr/>
            </p:nvSpPr>
            <p:spPr>
              <a:xfrm>
                <a:off x="29835792" y="13539321"/>
                <a:ext cx="1351280" cy="657225"/>
              </a:xfrm>
              <a:prstGeom prst="rect">
                <a:avLst/>
              </a:prstGeom>
              <a:noFill/>
            </p:spPr>
            <p:txBody>
              <a:bodyPr wrap="none" rtlCol="0" anchor="t">
                <a:no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4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trlPr>
                                <a:rPr lang="en-US" altLang="zh-CN" sz="4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4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𝐻</m:t>
                              </m:r>
                            </m:e>
                          </m:acc>
                        </m:e>
                        <m:sub>
                          <m: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altLang="zh-CN" sz="4000" dirty="0"/>
              </a:p>
            </p:txBody>
          </p:sp>
        </mc:Choice>
        <mc:Fallback>
          <p:sp>
            <p:nvSpPr>
              <p:cNvPr id="647" name="文本框 6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35792" y="13539321"/>
                <a:ext cx="1351280" cy="657225"/>
              </a:xfrm>
              <a:prstGeom prst="rect">
                <a:avLst/>
              </a:prstGeom>
              <a:blipFill rotWithShape="1">
                <a:blip r:embed="rId42"/>
                <a:stretch>
                  <a:fillRect l="-23" t="-74" r="23" b="-21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48" name="直接箭头连接符 647"/>
          <p:cNvCxnSpPr/>
          <p:nvPr/>
        </p:nvCxnSpPr>
        <p:spPr>
          <a:xfrm flipV="1">
            <a:off x="31111411" y="12538669"/>
            <a:ext cx="827405" cy="1905"/>
          </a:xfrm>
          <a:prstGeom prst="straightConnector1">
            <a:avLst/>
          </a:prstGeom>
          <a:ln w="28575" cmpd="sng">
            <a:solidFill>
              <a:srgbClr val="00B05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49" name="文本框 648"/>
              <p:cNvSpPr txBox="1"/>
              <p:nvPr/>
            </p:nvSpPr>
            <p:spPr>
              <a:xfrm>
                <a:off x="32121490" y="12793905"/>
                <a:ext cx="1318895" cy="44704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  <a:sym typeface="+mn-ea"/>
                            </a:rPr>
                          </m:ctrlPr>
                        </m:sSubPr>
                        <m:e>
                          <m:acc>
                            <m:accPr>
                              <m:ctrlPr>
                                <a:rPr lang="en-US" altLang="zh-CN" sz="4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  <a:sym typeface="+mn-ea"/>
                                </a:rPr>
                              </m:ctrlPr>
                            </m:accPr>
                            <m:e>
                              <m:r>
                                <a:rPr lang="en-US" altLang="zh-CN" sz="4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  <a:sym typeface="+mn-ea"/>
                                </a:rPr>
                                <m:t>ℎ</m:t>
                              </m:r>
                            </m:e>
                          </m:acc>
                        </m:e>
                        <m:sub>
                          <m: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altLang="zh-CN" sz="4000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zh-CN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endParaRPr lang="en-US" altLang="zh-CN" dirty="0"/>
              </a:p>
            </p:txBody>
          </p:sp>
        </mc:Choice>
        <mc:Fallback>
          <p:sp>
            <p:nvSpPr>
              <p:cNvPr id="649" name="文本框 6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21490" y="12793905"/>
                <a:ext cx="1318895" cy="447040"/>
              </a:xfrm>
              <a:prstGeom prst="rect">
                <a:avLst/>
              </a:prstGeom>
              <a:blipFill rotWithShape="1">
                <a:blip r:embed="rId44"/>
                <a:stretch>
                  <a:fillRect l="-1" t="-125" r="1" b="-1970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50" name="组合 649"/>
          <p:cNvGrpSpPr/>
          <p:nvPr/>
        </p:nvGrpSpPr>
        <p:grpSpPr>
          <a:xfrm>
            <a:off x="31926529" y="12353866"/>
            <a:ext cx="1403350" cy="367665"/>
            <a:chOff x="70623" y="15986"/>
            <a:chExt cx="2210" cy="579"/>
          </a:xfrm>
        </p:grpSpPr>
        <p:sp>
          <p:nvSpPr>
            <p:cNvPr id="651" name="Google Shape;78;p16"/>
            <p:cNvSpPr/>
            <p:nvPr/>
          </p:nvSpPr>
          <p:spPr>
            <a:xfrm>
              <a:off x="72280" y="16001"/>
              <a:ext cx="546" cy="564"/>
            </a:xfrm>
            <a:prstGeom prst="roundRect">
              <a:avLst>
                <a:gd name="adj" fmla="val 8791"/>
              </a:avLst>
            </a:prstGeom>
            <a:solidFill>
              <a:schemeClr val="accent4">
                <a:lumMod val="40000"/>
                <a:lumOff val="60000"/>
              </a:schemeClr>
            </a:solidFill>
            <a:ln w="2857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endParaRPr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652" name="Google Shape;78;p16"/>
            <p:cNvSpPr/>
            <p:nvPr/>
          </p:nvSpPr>
          <p:spPr>
            <a:xfrm>
              <a:off x="70642" y="15995"/>
              <a:ext cx="546" cy="564"/>
            </a:xfrm>
            <a:prstGeom prst="roundRect">
              <a:avLst>
                <a:gd name="adj" fmla="val 13186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2857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endParaRPr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653" name="Google Shape;78;p16"/>
            <p:cNvSpPr/>
            <p:nvPr/>
          </p:nvSpPr>
          <p:spPr>
            <a:xfrm>
              <a:off x="71197" y="15986"/>
              <a:ext cx="546" cy="564"/>
            </a:xfrm>
            <a:prstGeom prst="roundRect">
              <a:avLst>
                <a:gd name="adj" fmla="val 13186"/>
              </a:avLst>
            </a:prstGeom>
            <a:solidFill>
              <a:schemeClr val="accent4">
                <a:lumMod val="75000"/>
              </a:schemeClr>
            </a:solidFill>
            <a:ln w="2857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endParaRPr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grpSp>
          <p:nvGrpSpPr>
            <p:cNvPr id="654" name="组合 653"/>
            <p:cNvGrpSpPr>
              <a:grpSpLocks noChangeAspect="1"/>
            </p:cNvGrpSpPr>
            <p:nvPr/>
          </p:nvGrpSpPr>
          <p:grpSpPr>
            <a:xfrm>
              <a:off x="70623" y="15992"/>
              <a:ext cx="2211" cy="567"/>
              <a:chOff x="366" y="509"/>
              <a:chExt cx="4718" cy="1210"/>
            </a:xfrm>
          </p:grpSpPr>
          <p:sp>
            <p:nvSpPr>
              <p:cNvPr id="655" name="Google Shape;78;p16"/>
              <p:cNvSpPr/>
              <p:nvPr/>
            </p:nvSpPr>
            <p:spPr>
              <a:xfrm>
                <a:off x="366" y="509"/>
                <a:ext cx="4719" cy="1204"/>
              </a:xfrm>
              <a:prstGeom prst="roundRect">
                <a:avLst>
                  <a:gd name="adj" fmla="val 16667"/>
                </a:avLst>
              </a:prstGeom>
              <a:noFill/>
              <a:ln w="28575" cap="flat" cmpd="sng">
                <a:solidFill>
                  <a:srgbClr val="00B05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p>
                <a:endParaRPr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  <p:cxnSp>
            <p:nvCxnSpPr>
              <p:cNvPr id="656" name="Google Shape;79;p16"/>
              <p:cNvCxnSpPr/>
              <p:nvPr/>
            </p:nvCxnSpPr>
            <p:spPr>
              <a:xfrm flipH="1">
                <a:off x="1574" y="515"/>
                <a:ext cx="12" cy="1204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B05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57" name="Google Shape;80;p16"/>
              <p:cNvCxnSpPr/>
              <p:nvPr/>
            </p:nvCxnSpPr>
            <p:spPr>
              <a:xfrm flipH="1">
                <a:off x="2741" y="515"/>
                <a:ext cx="12" cy="1204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B05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58" name="Google Shape;81;p16"/>
              <p:cNvCxnSpPr/>
              <p:nvPr/>
            </p:nvCxnSpPr>
            <p:spPr>
              <a:xfrm flipH="1">
                <a:off x="3908" y="515"/>
                <a:ext cx="12" cy="1204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B05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687" name="文本框 686"/>
          <p:cNvSpPr txBox="1"/>
          <p:nvPr/>
        </p:nvSpPr>
        <p:spPr>
          <a:xfrm>
            <a:off x="39399075" y="12296152"/>
            <a:ext cx="2511425" cy="609600"/>
          </a:xfrm>
          <a:prstGeom prst="rect">
            <a:avLst/>
          </a:prstGeom>
          <a:noFill/>
        </p:spPr>
        <p:txBody>
          <a:bodyPr wrap="none" rtlCol="0" anchor="t">
            <a:noAutofit/>
          </a:bodyPr>
          <a:p>
            <a:pPr algn="ctr"/>
            <a:r>
              <a:rPr lang="en-US" altLang="zh-CN" sz="2800" b="1" i="1" dirty="0">
                <a:solidFill>
                  <a:srgbClr val="C00000"/>
                </a:solidFill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Multi-Relation</a:t>
            </a:r>
            <a:endParaRPr lang="en-US" altLang="zh-CN" sz="2800" b="1" i="1" dirty="0">
              <a:solidFill>
                <a:srgbClr val="C00000"/>
              </a:solidFill>
              <a:latin typeface="Cambria Math" panose="02040503050406030204" pitchFamily="18" charset="0"/>
              <a:cs typeface="Cambria Math" panose="02040503050406030204" pitchFamily="18" charset="0"/>
            </a:endParaRPr>
          </a:p>
          <a:p>
            <a:pPr algn="ctr"/>
            <a:r>
              <a:rPr lang="en-US" altLang="zh-CN" sz="2800" b="1" i="1" dirty="0">
                <a:solidFill>
                  <a:srgbClr val="C00000"/>
                </a:solidFill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Cross-Attention</a:t>
            </a:r>
            <a:endParaRPr lang="en-US" altLang="zh-CN" sz="2800" b="1" i="1" dirty="0">
              <a:solidFill>
                <a:srgbClr val="C00000"/>
              </a:solidFill>
              <a:latin typeface="Cambria Math" panose="02040503050406030204" pitchFamily="18" charset="0"/>
              <a:cs typeface="Cambria Math" panose="02040503050406030204" pitchFamily="18" charset="0"/>
              <a:sym typeface="+mn-ea"/>
            </a:endParaRPr>
          </a:p>
        </p:txBody>
      </p:sp>
      <p:sp>
        <p:nvSpPr>
          <p:cNvPr id="689" name="文本框 688"/>
          <p:cNvSpPr txBox="1"/>
          <p:nvPr/>
        </p:nvSpPr>
        <p:spPr>
          <a:xfrm>
            <a:off x="39332762" y="9901299"/>
            <a:ext cx="2511425" cy="609600"/>
          </a:xfrm>
          <a:prstGeom prst="rect">
            <a:avLst/>
          </a:prstGeom>
          <a:noFill/>
        </p:spPr>
        <p:txBody>
          <a:bodyPr wrap="none" rtlCol="0" anchor="t">
            <a:noAutofit/>
          </a:bodyPr>
          <a:p>
            <a:pPr algn="ctr"/>
            <a:r>
              <a:rPr lang="en-US" altLang="zh-CN" sz="2800" b="1" i="1" dirty="0">
                <a:solidFill>
                  <a:schemeClr val="accent1">
                    <a:lumMod val="75000"/>
                  </a:schemeClr>
                </a:solidFill>
                <a:latin typeface="Cambria Math" panose="02040503050406030204" pitchFamily="18" charset="0"/>
                <a:sym typeface="+mn-ea"/>
              </a:rPr>
              <a:t>Source</a:t>
            </a:r>
            <a:endParaRPr lang="en-US" altLang="zh-CN" sz="2800" b="1" i="1" dirty="0">
              <a:solidFill>
                <a:schemeClr val="accent1">
                  <a:lumMod val="75000"/>
                </a:schemeClr>
              </a:solidFill>
              <a:latin typeface="Cambria Math" panose="02040503050406030204" pitchFamily="18" charset="0"/>
              <a:sym typeface="+mn-ea"/>
            </a:endParaRPr>
          </a:p>
          <a:p>
            <a:pPr algn="ctr"/>
            <a:r>
              <a:rPr lang="en-US" altLang="zh-CN" sz="2800" b="1" i="1" dirty="0">
                <a:solidFill>
                  <a:schemeClr val="accent1">
                    <a:lumMod val="75000"/>
                  </a:schemeClr>
                </a:solidFill>
                <a:latin typeface="Cambria Math" panose="02040503050406030204" pitchFamily="18" charset="0"/>
                <a:sym typeface="+mn-ea"/>
              </a:rPr>
              <a:t>Self-Attention</a:t>
            </a:r>
            <a:endParaRPr lang="en-US" altLang="zh-CN" sz="2800" b="1" i="1" dirty="0">
              <a:solidFill>
                <a:schemeClr val="accent1">
                  <a:lumMod val="75000"/>
                </a:schemeClr>
              </a:solidFill>
              <a:latin typeface="Cambria Math" panose="02040503050406030204" pitchFamily="18" charset="0"/>
              <a:sym typeface="+mn-ea"/>
            </a:endParaRPr>
          </a:p>
        </p:txBody>
      </p:sp>
      <p:sp>
        <p:nvSpPr>
          <p:cNvPr id="691" name="文本框 690"/>
          <p:cNvSpPr txBox="1"/>
          <p:nvPr/>
        </p:nvSpPr>
        <p:spPr>
          <a:xfrm>
            <a:off x="38697344" y="15429455"/>
            <a:ext cx="2511425" cy="609600"/>
          </a:xfrm>
          <a:prstGeom prst="rect">
            <a:avLst/>
          </a:prstGeom>
          <a:noFill/>
        </p:spPr>
        <p:txBody>
          <a:bodyPr wrap="none" rtlCol="0" anchor="t">
            <a:noAutofit/>
          </a:bodyPr>
          <a:p>
            <a:pPr algn="ctr"/>
            <a:r>
              <a:rPr lang="en-US" altLang="zh-CN" sz="2800" b="1" i="1" dirty="0">
                <a:solidFill>
                  <a:srgbClr val="00B050"/>
                </a:solidFill>
                <a:latin typeface="Cambria Math" panose="02040503050406030204" pitchFamily="18" charset="0"/>
                <a:sym typeface="+mn-ea"/>
              </a:rPr>
              <a:t>Target</a:t>
            </a:r>
            <a:endParaRPr lang="en-US" altLang="zh-CN" sz="2800" b="1" i="1" dirty="0">
              <a:solidFill>
                <a:srgbClr val="00B050"/>
              </a:solidFill>
              <a:latin typeface="Cambria Math" panose="02040503050406030204" pitchFamily="18" charset="0"/>
              <a:sym typeface="+mn-ea"/>
            </a:endParaRPr>
          </a:p>
          <a:p>
            <a:pPr algn="ctr"/>
            <a:r>
              <a:rPr lang="en-US" altLang="zh-CN" sz="2800" b="1" i="1" dirty="0">
                <a:solidFill>
                  <a:srgbClr val="00B050"/>
                </a:solidFill>
                <a:latin typeface="Cambria Math" panose="02040503050406030204" pitchFamily="18" charset="0"/>
                <a:sym typeface="+mn-ea"/>
              </a:rPr>
              <a:t>Self-Attention</a:t>
            </a:r>
            <a:endParaRPr lang="en-US" altLang="zh-CN" sz="2800" b="1" i="1" dirty="0">
              <a:solidFill>
                <a:srgbClr val="00B050"/>
              </a:solidFill>
              <a:latin typeface="Cambria Math" panose="02040503050406030204" pitchFamily="18" charset="0"/>
              <a:sym typeface="+mn-ea"/>
            </a:endParaRPr>
          </a:p>
        </p:txBody>
      </p:sp>
      <p:cxnSp>
        <p:nvCxnSpPr>
          <p:cNvPr id="692" name="直接连接符 691"/>
          <p:cNvCxnSpPr>
            <a:endCxn id="660" idx="1"/>
          </p:cNvCxnSpPr>
          <p:nvPr/>
        </p:nvCxnSpPr>
        <p:spPr>
          <a:xfrm>
            <a:off x="33256235" y="12749769"/>
            <a:ext cx="1844675" cy="2364105"/>
          </a:xfrm>
          <a:prstGeom prst="line">
            <a:avLst/>
          </a:prstGeom>
          <a:ln w="50800" cmpd="sng">
            <a:solidFill>
              <a:schemeClr val="tx1"/>
            </a:solidFill>
            <a:prstDash val="solid"/>
            <a:headEnd type="triangle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93" name="圆角矩形 692"/>
          <p:cNvSpPr/>
          <p:nvPr/>
        </p:nvSpPr>
        <p:spPr>
          <a:xfrm>
            <a:off x="33695006" y="9162358"/>
            <a:ext cx="8535034" cy="7163435"/>
          </a:xfrm>
          <a:prstGeom prst="roundRect">
            <a:avLst>
              <a:gd name="adj" fmla="val 6896"/>
            </a:avLst>
          </a:prstGeom>
          <a:noFill/>
          <a:ln w="28575" cmpd="sng">
            <a:noFill/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n>
                <a:solidFill>
                  <a:schemeClr val="tx1"/>
                </a:solidFill>
              </a:ln>
            </a:endParaRPr>
          </a:p>
        </p:txBody>
      </p:sp>
      <p:pic>
        <p:nvPicPr>
          <p:cNvPr id="694" name="图片 693" descr="加号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7517090" y="15521865"/>
            <a:ext cx="539750" cy="53975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95" name="文本框 694"/>
              <p:cNvSpPr txBox="1"/>
              <p:nvPr/>
            </p:nvSpPr>
            <p:spPr>
              <a:xfrm>
                <a:off x="28163536" y="15406930"/>
                <a:ext cx="3239135" cy="44704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r>
                  <a:rPr lang="en-US" altLang="zh-CN" sz="40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concatenate</a:t>
                </a:r>
                <a:endParaRPr lang="en-US" altLang="zh-CN" sz="4000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zh-CN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endParaRPr lang="en-US" altLang="zh-CN" dirty="0"/>
              </a:p>
            </p:txBody>
          </p:sp>
        </mc:Choice>
        <mc:Fallback>
          <p:sp>
            <p:nvSpPr>
              <p:cNvPr id="695" name="文本框 69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63536" y="15406930"/>
                <a:ext cx="3239135" cy="447040"/>
              </a:xfrm>
              <a:prstGeom prst="rect">
                <a:avLst/>
              </a:prstGeom>
              <a:blipFill rotWithShape="1">
                <a:blip r:embed="rId34"/>
                <a:stretch>
                  <a:fillRect t="-125" b="-1896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96" name="肘形连接符 695"/>
          <p:cNvCxnSpPr>
            <a:stCxn id="413" idx="2"/>
            <a:endCxn id="93" idx="0"/>
          </p:cNvCxnSpPr>
          <p:nvPr/>
        </p:nvCxnSpPr>
        <p:spPr>
          <a:xfrm rot="16200000" flipH="1">
            <a:off x="30758319" y="6597052"/>
            <a:ext cx="3734522" cy="805"/>
          </a:xfrm>
          <a:prstGeom prst="bentConnector3">
            <a:avLst>
              <a:gd name="adj1" fmla="val 50000"/>
            </a:avLst>
          </a:prstGeom>
          <a:ln w="28575" cmpd="sng">
            <a:solidFill>
              <a:srgbClr val="00B05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97" name="直接箭头连接符 696"/>
          <p:cNvCxnSpPr>
            <a:stCxn id="655" idx="0"/>
            <a:endCxn id="93" idx="2"/>
          </p:cNvCxnSpPr>
          <p:nvPr/>
        </p:nvCxnSpPr>
        <p:spPr>
          <a:xfrm flipH="1" flipV="1">
            <a:off x="32626315" y="9274102"/>
            <a:ext cx="1905" cy="3083560"/>
          </a:xfrm>
          <a:prstGeom prst="straightConnector1">
            <a:avLst/>
          </a:prstGeom>
          <a:ln w="28575" cmpd="sng">
            <a:solidFill>
              <a:srgbClr val="00B05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698" name="组合 697"/>
          <p:cNvGrpSpPr/>
          <p:nvPr/>
        </p:nvGrpSpPr>
        <p:grpSpPr>
          <a:xfrm>
            <a:off x="34009466" y="8245037"/>
            <a:ext cx="1812290" cy="1259840"/>
            <a:chOff x="27076" y="6003"/>
            <a:chExt cx="2854" cy="1984"/>
          </a:xfrm>
        </p:grpSpPr>
        <p:sp>
          <p:nvSpPr>
            <p:cNvPr id="699" name="圆角矩形 698"/>
            <p:cNvSpPr>
              <a:spLocks noChangeAspect="1"/>
            </p:cNvSpPr>
            <p:nvPr/>
          </p:nvSpPr>
          <p:spPr>
            <a:xfrm>
              <a:off x="27076" y="6003"/>
              <a:ext cx="2854" cy="1984"/>
            </a:xfrm>
            <a:prstGeom prst="roundRect">
              <a:avLst/>
            </a:prstGeom>
            <a:solidFill>
              <a:schemeClr val="bg1"/>
            </a:solidFill>
            <a:ln w="28575" cmpd="sng">
              <a:solidFill>
                <a:srgbClr val="00B050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 sz="4400" baseline="-2500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00" name="文本框 699"/>
                <p:cNvSpPr txBox="1"/>
                <p:nvPr/>
              </p:nvSpPr>
              <p:spPr>
                <a:xfrm>
                  <a:off x="27127" y="6004"/>
                  <a:ext cx="2439" cy="1380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no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54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54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zh-CN" altLang="en-US" sz="54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𝜙</m:t>
                            </m:r>
                            <m:r>
                              <a:rPr lang="en-US" altLang="zh-CN" sz="54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54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54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)</m:t>
                            </m:r>
                          </m:sub>
                          <m:sup>
                            <m:r>
                              <a:rPr lang="en-US" altLang="zh-CN" sz="54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𝑓</m:t>
                            </m:r>
                          </m:sup>
                        </m:sSubSup>
                      </m:oMath>
                    </m:oMathPara>
                  </a14:m>
                  <a:endParaRPr lang="en-US" altLang="zh-CN" sz="5400" dirty="0"/>
                </a:p>
              </p:txBody>
            </p:sp>
          </mc:Choice>
          <mc:Fallback>
            <p:sp>
              <p:nvSpPr>
                <p:cNvPr id="700" name="文本框 69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127" y="6004"/>
                  <a:ext cx="2439" cy="1380"/>
                </a:xfrm>
                <a:prstGeom prst="rect">
                  <a:avLst/>
                </a:prstGeom>
                <a:blipFill rotWithShape="1">
                  <a:blip r:embed="rId4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701" name="直接箭头连接符 700"/>
          <p:cNvCxnSpPr>
            <a:stCxn id="93" idx="3"/>
            <a:endCxn id="699" idx="1"/>
          </p:cNvCxnSpPr>
          <p:nvPr/>
        </p:nvCxnSpPr>
        <p:spPr>
          <a:xfrm>
            <a:off x="33030811" y="8869513"/>
            <a:ext cx="978671" cy="5444"/>
          </a:xfrm>
          <a:prstGeom prst="straightConnector1">
            <a:avLst/>
          </a:prstGeom>
          <a:ln w="28575" cmpd="sng">
            <a:solidFill>
              <a:srgbClr val="00B05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702" name="组合 701"/>
          <p:cNvGrpSpPr/>
          <p:nvPr/>
        </p:nvGrpSpPr>
        <p:grpSpPr>
          <a:xfrm>
            <a:off x="36759651" y="8678460"/>
            <a:ext cx="1056640" cy="360045"/>
            <a:chOff x="38534" y="15021"/>
            <a:chExt cx="1664" cy="567"/>
          </a:xfrm>
        </p:grpSpPr>
        <p:sp>
          <p:nvSpPr>
            <p:cNvPr id="703" name="Google Shape;78;p16"/>
            <p:cNvSpPr/>
            <p:nvPr/>
          </p:nvSpPr>
          <p:spPr>
            <a:xfrm>
              <a:off x="39647" y="15024"/>
              <a:ext cx="546" cy="564"/>
            </a:xfrm>
            <a:prstGeom prst="roundRect">
              <a:avLst>
                <a:gd name="adj" fmla="val 13186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2857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endParaRPr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704" name="Google Shape;78;p16"/>
            <p:cNvSpPr/>
            <p:nvPr/>
          </p:nvSpPr>
          <p:spPr>
            <a:xfrm>
              <a:off x="38555" y="15024"/>
              <a:ext cx="546" cy="564"/>
            </a:xfrm>
            <a:prstGeom prst="roundRect">
              <a:avLst>
                <a:gd name="adj" fmla="val 8791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2857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endParaRPr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706" name="Google Shape;78;p16"/>
            <p:cNvSpPr/>
            <p:nvPr/>
          </p:nvSpPr>
          <p:spPr>
            <a:xfrm>
              <a:off x="39652" y="15021"/>
              <a:ext cx="546" cy="564"/>
            </a:xfrm>
            <a:prstGeom prst="roundRect">
              <a:avLst>
                <a:gd name="adj" fmla="val 13186"/>
              </a:avLst>
            </a:prstGeom>
            <a:solidFill>
              <a:schemeClr val="accent4">
                <a:lumMod val="75000"/>
              </a:schemeClr>
            </a:solidFill>
            <a:ln w="2857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endParaRPr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grpSp>
          <p:nvGrpSpPr>
            <p:cNvPr id="707" name="组合 706"/>
            <p:cNvGrpSpPr>
              <a:grpSpLocks noChangeAspect="1"/>
            </p:cNvGrpSpPr>
            <p:nvPr/>
          </p:nvGrpSpPr>
          <p:grpSpPr>
            <a:xfrm>
              <a:off x="38534" y="15021"/>
              <a:ext cx="1664" cy="567"/>
              <a:chOff x="2119" y="6323"/>
              <a:chExt cx="3552" cy="1210"/>
            </a:xfrm>
            <a:noFill/>
          </p:grpSpPr>
          <p:sp>
            <p:nvSpPr>
              <p:cNvPr id="708" name="Google Shape;78;p16"/>
              <p:cNvSpPr/>
              <p:nvPr/>
            </p:nvSpPr>
            <p:spPr>
              <a:xfrm>
                <a:off x="2119" y="6323"/>
                <a:ext cx="3553" cy="1204"/>
              </a:xfrm>
              <a:prstGeom prst="roundRect">
                <a:avLst>
                  <a:gd name="adj" fmla="val 16667"/>
                </a:avLst>
              </a:prstGeom>
              <a:grpFill/>
              <a:ln w="28575" cap="flat" cmpd="sng">
                <a:solidFill>
                  <a:srgbClr val="00B05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p>
                <a:endParaRPr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  <p:cxnSp>
            <p:nvCxnSpPr>
              <p:cNvPr id="709" name="Google Shape;79;p16"/>
              <p:cNvCxnSpPr/>
              <p:nvPr/>
            </p:nvCxnSpPr>
            <p:spPr>
              <a:xfrm flipH="1">
                <a:off x="3327" y="6329"/>
                <a:ext cx="12" cy="1204"/>
              </a:xfrm>
              <a:prstGeom prst="straightConnector1">
                <a:avLst/>
              </a:prstGeom>
              <a:grpFill/>
              <a:ln w="28575" cap="flat" cmpd="sng">
                <a:solidFill>
                  <a:srgbClr val="00B05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10" name="Google Shape;80;p16"/>
              <p:cNvCxnSpPr/>
              <p:nvPr/>
            </p:nvCxnSpPr>
            <p:spPr>
              <a:xfrm flipH="1">
                <a:off x="4494" y="6329"/>
                <a:ext cx="12" cy="1204"/>
              </a:xfrm>
              <a:prstGeom prst="straightConnector1">
                <a:avLst/>
              </a:prstGeom>
              <a:grpFill/>
              <a:ln w="28575" cap="flat" cmpd="sng">
                <a:solidFill>
                  <a:srgbClr val="00B05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cxnSp>
        <p:nvCxnSpPr>
          <p:cNvPr id="713" name="直接箭头连接符 712"/>
          <p:cNvCxnSpPr/>
          <p:nvPr/>
        </p:nvCxnSpPr>
        <p:spPr>
          <a:xfrm flipV="1">
            <a:off x="35821772" y="8857590"/>
            <a:ext cx="937895" cy="17383"/>
          </a:xfrm>
          <a:prstGeom prst="straightConnector1">
            <a:avLst/>
          </a:prstGeom>
          <a:ln w="28575" cmpd="sng">
            <a:solidFill>
              <a:srgbClr val="00B05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14" name="文本框 713"/>
              <p:cNvSpPr txBox="1"/>
              <p:nvPr/>
            </p:nvSpPr>
            <p:spPr>
              <a:xfrm>
                <a:off x="36610123" y="7949453"/>
                <a:ext cx="1318895" cy="35623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  <a:sym typeface="+mn-ea"/>
                            </a:rPr>
                          </m:ctrlPr>
                        </m:sSubPr>
                        <m:e>
                          <m: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  <a:sym typeface="+mn-ea"/>
                            </a:rPr>
                            <m:t>𝑧</m:t>
                          </m:r>
                        </m:e>
                        <m:sub>
                          <m: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altLang="zh-CN" sz="4000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zh-CN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endParaRPr lang="en-US" altLang="zh-CN" dirty="0"/>
              </a:p>
            </p:txBody>
          </p:sp>
        </mc:Choice>
        <mc:Fallback>
          <p:sp>
            <p:nvSpPr>
              <p:cNvPr id="714" name="文本框 7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10123" y="7949453"/>
                <a:ext cx="1318895" cy="356235"/>
              </a:xfrm>
              <a:prstGeom prst="rect">
                <a:avLst/>
              </a:prstGeom>
              <a:blipFill rotWithShape="1">
                <a:blip r:embed="rId46"/>
                <a:stretch>
                  <a:fillRect l="-35" t="-147" r="35" b="-2634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15" name="组合 714"/>
          <p:cNvGrpSpPr/>
          <p:nvPr/>
        </p:nvGrpSpPr>
        <p:grpSpPr>
          <a:xfrm rot="16200000">
            <a:off x="40131167" y="7133146"/>
            <a:ext cx="869383" cy="3495040"/>
            <a:chOff x="10928" y="-615"/>
            <a:chExt cx="412" cy="8545"/>
          </a:xfrm>
        </p:grpSpPr>
        <p:sp>
          <p:nvSpPr>
            <p:cNvPr id="716" name="圆角矩形 715"/>
            <p:cNvSpPr/>
            <p:nvPr/>
          </p:nvSpPr>
          <p:spPr>
            <a:xfrm>
              <a:off x="10928" y="-615"/>
              <a:ext cx="412" cy="8545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17" name="文本框 716"/>
            <p:cNvSpPr txBox="1"/>
            <p:nvPr/>
          </p:nvSpPr>
          <p:spPr>
            <a:xfrm>
              <a:off x="10972" y="-196"/>
              <a:ext cx="299" cy="7578"/>
            </a:xfrm>
            <a:prstGeom prst="rect">
              <a:avLst/>
            </a:prstGeom>
            <a:noFill/>
            <a:ln>
              <a:noFill/>
            </a:ln>
          </p:spPr>
          <p:txBody>
            <a:bodyPr vert="eaVert" wrap="square" rtlCol="0">
              <a:noAutofit/>
            </a:bodyPr>
            <a:p>
              <a:pPr algn="ctr"/>
              <a:r>
                <a:rPr lang="en-US" altLang="zh-CN" sz="2800" b="1" i="1" dirty="0">
                  <a:latin typeface="Cambria Math" panose="02040503050406030204" pitchFamily="18" charset="0"/>
                </a:rPr>
                <a:t>Downstream Tasks</a:t>
              </a:r>
              <a:endParaRPr lang="en-US" altLang="zh-CN" sz="2800" b="1" i="1" dirty="0">
                <a:latin typeface="Cambria Math" panose="02040503050406030204" pitchFamily="18" charset="0"/>
              </a:endParaRPr>
            </a:p>
          </p:txBody>
        </p:sp>
      </p:grpSp>
      <p:sp>
        <p:nvSpPr>
          <p:cNvPr id="718" name="下箭头 717"/>
          <p:cNvSpPr/>
          <p:nvPr/>
        </p:nvSpPr>
        <p:spPr>
          <a:xfrm rot="16200000">
            <a:off x="38162384" y="8494927"/>
            <a:ext cx="360045" cy="720090"/>
          </a:xfrm>
          <a:prstGeom prst="downArrow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19" name="文本框 718"/>
          <p:cNvSpPr txBox="1"/>
          <p:nvPr/>
        </p:nvSpPr>
        <p:spPr>
          <a:xfrm rot="16200000">
            <a:off x="32975549" y="-1104622"/>
            <a:ext cx="800219" cy="4144645"/>
          </a:xfrm>
          <a:prstGeom prst="rect">
            <a:avLst/>
          </a:prstGeom>
          <a:noFill/>
          <a:ln>
            <a:noFill/>
          </a:ln>
        </p:spPr>
        <p:txBody>
          <a:bodyPr vert="eaVert" wrap="square" rtlCol="0">
            <a:spAutoFit/>
          </a:bodyPr>
          <a:p>
            <a:pPr algn="ctr"/>
            <a:r>
              <a:rPr lang="en-US" altLang="zh-CN" sz="4000" b="1" i="1" dirty="0">
                <a:latin typeface="Cambria Math" panose="02040503050406030204" pitchFamily="18" charset="0"/>
                <a:ea typeface="微软雅黑 Light" panose="020B0502040204020203" charset="-122"/>
                <a:cs typeface="Cambria Math" panose="02040503050406030204" pitchFamily="18" charset="0"/>
              </a:rPr>
              <a:t>TRLA Layers</a:t>
            </a:r>
            <a:endParaRPr lang="en-US" altLang="zh-CN" sz="4000" dirty="0"/>
          </a:p>
        </p:txBody>
      </p:sp>
      <p:sp>
        <p:nvSpPr>
          <p:cNvPr id="720" name="文本框 719"/>
          <p:cNvSpPr txBox="1"/>
          <p:nvPr/>
        </p:nvSpPr>
        <p:spPr>
          <a:xfrm rot="16200000">
            <a:off x="34931503" y="2386471"/>
            <a:ext cx="677108" cy="1870075"/>
          </a:xfrm>
          <a:prstGeom prst="rect">
            <a:avLst/>
          </a:prstGeom>
          <a:noFill/>
          <a:ln>
            <a:noFill/>
          </a:ln>
        </p:spPr>
        <p:txBody>
          <a:bodyPr vert="eaVert" wrap="square" rtlCol="0">
            <a:spAutoFit/>
          </a:bodyPr>
          <a:p>
            <a:pPr algn="ctr"/>
            <a:r>
              <a:rPr lang="en-US" altLang="zh-CN" sz="3200" b="1" i="1" dirty="0">
                <a:latin typeface="Cambria Math" panose="02040503050406030204" pitchFamily="18" charset="0"/>
                <a:ea typeface="微软雅黑 Light" panose="020B0502040204020203" charset="-122"/>
                <a:cs typeface="Cambria Math" panose="02040503050406030204" pitchFamily="18" charset="0"/>
              </a:rPr>
              <a:t>1-hop</a:t>
            </a:r>
            <a:endParaRPr lang="en-US" altLang="zh-CN" sz="3200" dirty="0"/>
          </a:p>
        </p:txBody>
      </p:sp>
      <p:sp>
        <p:nvSpPr>
          <p:cNvPr id="721" name="文本框 720"/>
          <p:cNvSpPr txBox="1"/>
          <p:nvPr/>
        </p:nvSpPr>
        <p:spPr>
          <a:xfrm rot="16200000">
            <a:off x="37785828" y="-268468"/>
            <a:ext cx="677108" cy="1870075"/>
          </a:xfrm>
          <a:prstGeom prst="rect">
            <a:avLst/>
          </a:prstGeom>
          <a:noFill/>
          <a:ln>
            <a:noFill/>
          </a:ln>
        </p:spPr>
        <p:txBody>
          <a:bodyPr vert="eaVert" wrap="square" rtlCol="0">
            <a:spAutoFit/>
          </a:bodyPr>
          <a:p>
            <a:pPr algn="ctr"/>
            <a:r>
              <a:rPr lang="en-US" altLang="zh-CN" sz="3200" b="1" i="1" dirty="0">
                <a:latin typeface="Cambria Math" panose="02040503050406030204" pitchFamily="18" charset="0"/>
                <a:ea typeface="微软雅黑 Light" panose="020B0502040204020203" charset="-122"/>
                <a:cs typeface="Cambria Math" panose="02040503050406030204" pitchFamily="18" charset="0"/>
              </a:rPr>
              <a:t>2-hop</a:t>
            </a:r>
            <a:endParaRPr lang="en-US" altLang="zh-CN" sz="3200" dirty="0"/>
          </a:p>
        </p:txBody>
      </p:sp>
      <p:grpSp>
        <p:nvGrpSpPr>
          <p:cNvPr id="1044" name="组合 1043"/>
          <p:cNvGrpSpPr>
            <a:grpSpLocks noChangeAspect="1"/>
          </p:cNvGrpSpPr>
          <p:nvPr/>
        </p:nvGrpSpPr>
        <p:grpSpPr>
          <a:xfrm>
            <a:off x="704232" y="1861833"/>
            <a:ext cx="6814671" cy="5908040"/>
            <a:chOff x="12195" y="34"/>
            <a:chExt cx="4380" cy="3797"/>
          </a:xfrm>
        </p:grpSpPr>
        <p:pic>
          <p:nvPicPr>
            <p:cNvPr id="1045" name="图片 1044" descr="herb node"/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15896" y="1568"/>
              <a:ext cx="679" cy="679"/>
            </a:xfrm>
            <a:prstGeom prst="rect">
              <a:avLst/>
            </a:prstGeom>
          </p:spPr>
        </p:pic>
        <p:pic>
          <p:nvPicPr>
            <p:cNvPr id="1046" name="图片 1045" descr="target nod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896" y="3153"/>
              <a:ext cx="678" cy="678"/>
            </a:xfrm>
            <a:prstGeom prst="rect">
              <a:avLst/>
            </a:prstGeom>
          </p:spPr>
        </p:pic>
        <p:pic>
          <p:nvPicPr>
            <p:cNvPr id="1047" name="图片 1046" descr="target nod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807" y="34"/>
              <a:ext cx="679" cy="679"/>
            </a:xfrm>
            <a:prstGeom prst="rect">
              <a:avLst/>
            </a:prstGeom>
          </p:spPr>
        </p:pic>
        <p:pic>
          <p:nvPicPr>
            <p:cNvPr id="1048" name="图片 1047" descr="herb node"/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13916" y="1074"/>
              <a:ext cx="679" cy="679"/>
            </a:xfrm>
            <a:prstGeom prst="rect">
              <a:avLst/>
            </a:prstGeom>
          </p:spPr>
        </p:pic>
        <p:pic>
          <p:nvPicPr>
            <p:cNvPr id="1049" name="图片 1048" descr="herb node"/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14262" y="3153"/>
              <a:ext cx="678" cy="678"/>
            </a:xfrm>
            <a:prstGeom prst="rect">
              <a:avLst/>
            </a:prstGeom>
          </p:spPr>
        </p:pic>
        <p:pic>
          <p:nvPicPr>
            <p:cNvPr id="1050" name="图片 1049" descr="molecule node"/>
            <p:cNvPicPr>
              <a:picLocks noChangeAspect="1"/>
            </p:cNvPicPr>
            <p:nvPr/>
          </p:nvPicPr>
          <p:blipFill>
            <a:blip r:embed="rId37"/>
            <a:stretch>
              <a:fillRect/>
            </a:stretch>
          </p:blipFill>
          <p:spPr>
            <a:xfrm>
              <a:off x="13420" y="2262"/>
              <a:ext cx="678" cy="678"/>
            </a:xfrm>
            <a:prstGeom prst="rect">
              <a:avLst/>
            </a:prstGeom>
          </p:spPr>
        </p:pic>
        <p:pic>
          <p:nvPicPr>
            <p:cNvPr id="1051" name="图片 1050" descr="molecule node"/>
            <p:cNvPicPr>
              <a:picLocks noChangeAspect="1"/>
            </p:cNvPicPr>
            <p:nvPr/>
          </p:nvPicPr>
          <p:blipFill>
            <a:blip r:embed="rId37"/>
            <a:stretch>
              <a:fillRect/>
            </a:stretch>
          </p:blipFill>
          <p:spPr>
            <a:xfrm>
              <a:off x="15004" y="2311"/>
              <a:ext cx="678" cy="678"/>
            </a:xfrm>
            <a:prstGeom prst="rect">
              <a:avLst/>
            </a:prstGeom>
          </p:spPr>
        </p:pic>
        <p:pic>
          <p:nvPicPr>
            <p:cNvPr id="1052" name="图片 1051" descr="target nod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195" y="1421"/>
              <a:ext cx="679" cy="679"/>
            </a:xfrm>
            <a:prstGeom prst="rect">
              <a:avLst/>
            </a:prstGeom>
          </p:spPr>
        </p:pic>
        <p:pic>
          <p:nvPicPr>
            <p:cNvPr id="1053" name="图片 1052" descr="disease node"/>
            <p:cNvPicPr>
              <a:picLocks noChangeAspect="1"/>
            </p:cNvPicPr>
            <p:nvPr/>
          </p:nvPicPr>
          <p:blipFill>
            <a:blip r:embed="rId38"/>
            <a:stretch>
              <a:fillRect/>
            </a:stretch>
          </p:blipFill>
          <p:spPr>
            <a:xfrm>
              <a:off x="12728" y="233"/>
              <a:ext cx="679" cy="679"/>
            </a:xfrm>
            <a:prstGeom prst="rect">
              <a:avLst/>
            </a:prstGeom>
          </p:spPr>
        </p:pic>
        <p:cxnSp>
          <p:nvCxnSpPr>
            <p:cNvPr id="1054" name="直接连接符 1053"/>
            <p:cNvCxnSpPr>
              <a:endCxn id="1047" idx="1"/>
            </p:cNvCxnSpPr>
            <p:nvPr/>
          </p:nvCxnSpPr>
          <p:spPr>
            <a:xfrm flipV="1">
              <a:off x="13381" y="373"/>
              <a:ext cx="1426" cy="128"/>
            </a:xfrm>
            <a:prstGeom prst="line">
              <a:avLst/>
            </a:prstGeom>
            <a:ln w="101600" cmpd="dbl"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055" name="直接连接符 1054"/>
            <p:cNvCxnSpPr/>
            <p:nvPr/>
          </p:nvCxnSpPr>
          <p:spPr>
            <a:xfrm flipH="1">
              <a:off x="12654" y="859"/>
              <a:ext cx="277" cy="583"/>
            </a:xfrm>
            <a:prstGeom prst="line">
              <a:avLst/>
            </a:prstGeom>
            <a:ln w="101600" cmpd="dbl"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056" name="直接连接符 1055"/>
            <p:cNvCxnSpPr/>
            <p:nvPr/>
          </p:nvCxnSpPr>
          <p:spPr>
            <a:xfrm>
              <a:off x="12785" y="1959"/>
              <a:ext cx="689" cy="480"/>
            </a:xfrm>
            <a:prstGeom prst="line">
              <a:avLst/>
            </a:prstGeom>
            <a:ln w="1016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057" name="直接连接符 1056"/>
            <p:cNvCxnSpPr/>
            <p:nvPr/>
          </p:nvCxnSpPr>
          <p:spPr>
            <a:xfrm flipV="1">
              <a:off x="13879" y="1714"/>
              <a:ext cx="245" cy="579"/>
            </a:xfrm>
            <a:prstGeom prst="line">
              <a:avLst/>
            </a:prstGeom>
            <a:ln w="10160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058" name="直接连接符 1057"/>
            <p:cNvCxnSpPr/>
            <p:nvPr/>
          </p:nvCxnSpPr>
          <p:spPr>
            <a:xfrm>
              <a:off x="14466" y="1663"/>
              <a:ext cx="660" cy="739"/>
            </a:xfrm>
            <a:prstGeom prst="line">
              <a:avLst/>
            </a:prstGeom>
            <a:ln w="10160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059" name="直接连接符 1058"/>
            <p:cNvCxnSpPr/>
            <p:nvPr/>
          </p:nvCxnSpPr>
          <p:spPr>
            <a:xfrm>
              <a:off x="13963" y="2852"/>
              <a:ext cx="395" cy="404"/>
            </a:xfrm>
            <a:prstGeom prst="line">
              <a:avLst/>
            </a:prstGeom>
            <a:ln w="10160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060" name="直接连接符 1059"/>
            <p:cNvCxnSpPr/>
            <p:nvPr/>
          </p:nvCxnSpPr>
          <p:spPr>
            <a:xfrm flipV="1">
              <a:off x="14827" y="2916"/>
              <a:ext cx="327" cy="340"/>
            </a:xfrm>
            <a:prstGeom prst="line">
              <a:avLst/>
            </a:prstGeom>
            <a:ln w="10160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061" name="直接连接符 1060"/>
            <p:cNvCxnSpPr>
              <a:stCxn id="1051" idx="0"/>
              <a:endCxn id="1047" idx="2"/>
            </p:cNvCxnSpPr>
            <p:nvPr/>
          </p:nvCxnSpPr>
          <p:spPr>
            <a:xfrm flipH="1" flipV="1">
              <a:off x="15146" y="713"/>
              <a:ext cx="197" cy="1598"/>
            </a:xfrm>
            <a:prstGeom prst="line">
              <a:avLst/>
            </a:prstGeom>
            <a:ln w="1016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pic>
          <p:nvPicPr>
            <p:cNvPr id="1062" name="图片 1061" descr="herb node"/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12592" y="3053"/>
              <a:ext cx="678" cy="678"/>
            </a:xfrm>
            <a:prstGeom prst="rect">
              <a:avLst/>
            </a:prstGeom>
          </p:spPr>
        </p:pic>
        <p:cxnSp>
          <p:nvCxnSpPr>
            <p:cNvPr id="1063" name="直接连接符 1062"/>
            <p:cNvCxnSpPr/>
            <p:nvPr/>
          </p:nvCxnSpPr>
          <p:spPr>
            <a:xfrm>
              <a:off x="12594" y="2086"/>
              <a:ext cx="277" cy="964"/>
            </a:xfrm>
            <a:prstGeom prst="line">
              <a:avLst/>
            </a:prstGeom>
            <a:ln w="1016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064" name="直接连接符 1063"/>
            <p:cNvCxnSpPr/>
            <p:nvPr/>
          </p:nvCxnSpPr>
          <p:spPr>
            <a:xfrm flipH="1">
              <a:off x="13155" y="2799"/>
              <a:ext cx="343" cy="343"/>
            </a:xfrm>
            <a:prstGeom prst="line">
              <a:avLst/>
            </a:prstGeom>
            <a:ln w="10160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065" name="直接连接符 1064"/>
            <p:cNvCxnSpPr/>
            <p:nvPr/>
          </p:nvCxnSpPr>
          <p:spPr>
            <a:xfrm flipV="1">
              <a:off x="14457" y="618"/>
              <a:ext cx="451" cy="541"/>
            </a:xfrm>
            <a:prstGeom prst="line">
              <a:avLst/>
            </a:prstGeom>
            <a:ln w="1016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066" name="文本框 1065"/>
              <p:cNvSpPr txBox="1"/>
              <p:nvPr/>
            </p:nvSpPr>
            <p:spPr>
              <a:xfrm>
                <a:off x="802739" y="819179"/>
                <a:ext cx="3589020" cy="88709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4000" b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𝐈𝐧𝐩𝐮𝐭</m:t>
                      </m:r>
                      <m:r>
                        <a:rPr lang="en-US" altLang="zh-CN" sz="4000" b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 </m:t>
                      </m:r>
                      <m:r>
                        <a:rPr lang="en-US" altLang="zh-CN" sz="4000" b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𝐆𝐫𝐚𝐩𝐡</m:t>
                      </m:r>
                    </m:oMath>
                  </m:oMathPara>
                </a14:m>
                <a:endParaRPr lang="en-US" altLang="zh-CN" sz="4000" b="1" dirty="0"/>
              </a:p>
            </p:txBody>
          </p:sp>
        </mc:Choice>
        <mc:Fallback>
          <p:sp>
            <p:nvSpPr>
              <p:cNvPr id="1066" name="文本框 10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739" y="819179"/>
                <a:ext cx="3589020" cy="887095"/>
              </a:xfrm>
              <a:prstGeom prst="rect">
                <a:avLst/>
              </a:prstGeom>
              <a:blipFill rotWithShape="1">
                <a:blip r:embed="rId47"/>
                <a:stretch>
                  <a:fillRect l="-3" t="-3" r="3" b="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68" name="右箭头 33"/>
          <p:cNvSpPr/>
          <p:nvPr/>
        </p:nvSpPr>
        <p:spPr>
          <a:xfrm rot="9541016">
            <a:off x="4556777" y="3347098"/>
            <a:ext cx="1252855" cy="314960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69" name="文本框 1068"/>
              <p:cNvSpPr txBox="1"/>
              <p:nvPr/>
            </p:nvSpPr>
            <p:spPr>
              <a:xfrm>
                <a:off x="5892817" y="2900693"/>
                <a:ext cx="2549525" cy="82931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sz="28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Target</m:t>
                      </m:r>
                      <m:r>
                        <a:rPr lang="en-US" altLang="zh-CN" sz="28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sz="28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Node</m:t>
                      </m:r>
                      <m:r>
                        <a:rPr lang="en-US" altLang="zh-CN" sz="28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sz="28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t</m:t>
                      </m:r>
                    </m:oMath>
                  </m:oMathPara>
                </a14:m>
                <a:endParaRPr lang="en-US" altLang="zh-CN" sz="2800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 algn="ctr"/>
                <a:endParaRPr lang="en-US" altLang="zh-CN" sz="2800" dirty="0"/>
              </a:p>
            </p:txBody>
          </p:sp>
        </mc:Choice>
        <mc:Fallback>
          <p:sp>
            <p:nvSpPr>
              <p:cNvPr id="1069" name="文本框 10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2817" y="2900693"/>
                <a:ext cx="2549525" cy="829310"/>
              </a:xfrm>
              <a:prstGeom prst="rect">
                <a:avLst/>
              </a:prstGeom>
              <a:blipFill rotWithShape="1">
                <a:blip r:embed="rId48"/>
                <a:stretch>
                  <a:fillRect l="-1" t="-2" r="1" b="-84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70" name="右箭头 33"/>
          <p:cNvSpPr/>
          <p:nvPr/>
        </p:nvSpPr>
        <p:spPr>
          <a:xfrm rot="8401016">
            <a:off x="5616592" y="1204608"/>
            <a:ext cx="1252855" cy="314960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71" name="文本框 1070"/>
              <p:cNvSpPr txBox="1"/>
              <p:nvPr/>
            </p:nvSpPr>
            <p:spPr>
              <a:xfrm>
                <a:off x="5363211" y="353724"/>
                <a:ext cx="3084830" cy="81216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algn="ctr"/>
                <a:r>
                  <a:rPr lang="en-US" altLang="zh-CN" sz="28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Source Node</a:t>
                </a:r>
                <a14:m>
                  <m:oMath xmlns:m="http://schemas.openxmlformats.org/officeDocument/2006/math">
                    <m:r>
                      <a:rPr lang="en-US" altLang="zh-CN" sz="280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zh-CN" sz="2800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zh-CN" sz="2800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endParaRPr lang="en-US" altLang="zh-CN" sz="2800" dirty="0"/>
              </a:p>
            </p:txBody>
          </p:sp>
        </mc:Choice>
        <mc:Fallback>
          <p:sp>
            <p:nvSpPr>
              <p:cNvPr id="1071" name="文本框 10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3211" y="353724"/>
                <a:ext cx="3084830" cy="812165"/>
              </a:xfrm>
              <a:prstGeom prst="rect">
                <a:avLst/>
              </a:prstGeom>
              <a:blipFill rotWithShape="1">
                <a:blip r:embed="rId49"/>
                <a:stretch>
                  <a:fillRect t="-4" b="-632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72" name="文本框 1071"/>
              <p:cNvSpPr txBox="1"/>
              <p:nvPr/>
            </p:nvSpPr>
            <p:spPr>
              <a:xfrm>
                <a:off x="1760856" y="8051195"/>
                <a:ext cx="3084830" cy="81216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algn="ctr"/>
                <a:r>
                  <a:rPr lang="en-US" altLang="zh-CN" sz="2800">
                    <a:latin typeface="Cambria Math" panose="02040503050406030204" pitchFamily="18" charset="0"/>
                    <a:cs typeface="Cambria Math" panose="02040503050406030204" pitchFamily="18" charset="0"/>
                  </a:rPr>
                  <a:t>Source Node</a:t>
                </a:r>
                <a14:m>
                  <m:oMath xmlns:m="http://schemas.openxmlformats.org/officeDocument/2006/math">
                    <m:r>
                      <a:rPr lang="en-US" altLang="zh-CN" sz="280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80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zh-CN" sz="280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zh-CN" sz="280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endParaRPr lang="en-US" altLang="zh-CN" sz="2800"/>
              </a:p>
            </p:txBody>
          </p:sp>
        </mc:Choice>
        <mc:Fallback>
          <p:sp>
            <p:nvSpPr>
              <p:cNvPr id="1072" name="文本框 10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0856" y="8051195"/>
                <a:ext cx="3084830" cy="812165"/>
              </a:xfrm>
              <a:prstGeom prst="rect">
                <a:avLst/>
              </a:prstGeom>
              <a:blipFill rotWithShape="1">
                <a:blip r:embed="rId50"/>
                <a:stretch>
                  <a:fillRect t="-4" b="-632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73" name="右箭头 33"/>
          <p:cNvSpPr/>
          <p:nvPr/>
        </p:nvSpPr>
        <p:spPr>
          <a:xfrm rot="16381016">
            <a:off x="2512714" y="7092327"/>
            <a:ext cx="1252855" cy="314960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4" name="文本框 73"/>
              <p:cNvSpPr txBox="1">
                <a:spLocks noChangeAspect="1"/>
              </p:cNvSpPr>
              <p:nvPr/>
            </p:nvSpPr>
            <p:spPr>
              <a:xfrm>
                <a:off x="26272824" y="4174862"/>
                <a:ext cx="1446277" cy="83058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altLang="zh-CN" sz="5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zh-CN" altLang="en-US" sz="5400" dirty="0"/>
              </a:p>
            </p:txBody>
          </p:sp>
        </mc:Choice>
        <mc:Fallback>
          <p:sp>
            <p:nvSpPr>
              <p:cNvPr id="74" name="文本框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72824" y="4174862"/>
                <a:ext cx="1446277" cy="830580"/>
              </a:xfrm>
              <a:prstGeom prst="rect">
                <a:avLst/>
              </a:prstGeom>
              <a:blipFill rotWithShape="1">
                <a:blip r:embed="rId51"/>
                <a:stretch>
                  <a:fillRect l="-23" t="-45" r="6" b="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5" name="椭圆 74"/>
          <p:cNvSpPr>
            <a:spLocks noChangeAspect="1"/>
          </p:cNvSpPr>
          <p:nvPr/>
        </p:nvSpPr>
        <p:spPr>
          <a:xfrm>
            <a:off x="26610309" y="4159828"/>
            <a:ext cx="790374" cy="792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3" name="图片 184" descr="加号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2221186" y="8464716"/>
            <a:ext cx="809625" cy="809625"/>
          </a:xfrm>
          <a:prstGeom prst="rect">
            <a:avLst/>
          </a:prstGeom>
        </p:spPr>
      </p:pic>
      <p:grpSp>
        <p:nvGrpSpPr>
          <p:cNvPr id="98" name="组合 97"/>
          <p:cNvGrpSpPr>
            <a:grpSpLocks noChangeAspect="1"/>
          </p:cNvGrpSpPr>
          <p:nvPr/>
        </p:nvGrpSpPr>
        <p:grpSpPr>
          <a:xfrm>
            <a:off x="11228070" y="10416540"/>
            <a:ext cx="1210310" cy="248920"/>
            <a:chOff x="5659" y="515"/>
            <a:chExt cx="5886" cy="1210"/>
          </a:xfrm>
          <a:solidFill>
            <a:srgbClr val="00B0F0"/>
          </a:solidFill>
        </p:grpSpPr>
        <p:sp>
          <p:nvSpPr>
            <p:cNvPr id="110" name="Google Shape;78;p16"/>
            <p:cNvSpPr/>
            <p:nvPr/>
          </p:nvSpPr>
          <p:spPr>
            <a:xfrm>
              <a:off x="5659" y="515"/>
              <a:ext cx="5887" cy="1204"/>
            </a:xfrm>
            <a:prstGeom prst="roundRect">
              <a:avLst>
                <a:gd name="adj" fmla="val 16667"/>
              </a:avLst>
            </a:prstGeom>
            <a:grpFill/>
            <a:ln w="28575" cap="flat" cmpd="sng">
              <a:solidFill>
                <a:srgbClr val="0070C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endParaRPr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cxnSp>
          <p:nvCxnSpPr>
            <p:cNvPr id="111" name="Google Shape;79;p16"/>
            <p:cNvCxnSpPr/>
            <p:nvPr/>
          </p:nvCxnSpPr>
          <p:spPr>
            <a:xfrm flipH="1">
              <a:off x="6867" y="521"/>
              <a:ext cx="12" cy="1204"/>
            </a:xfrm>
            <a:prstGeom prst="straightConnector1">
              <a:avLst/>
            </a:prstGeom>
            <a:grpFill/>
            <a:ln w="28575" cap="flat" cmpd="sng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2" name="Google Shape;80;p16"/>
            <p:cNvCxnSpPr/>
            <p:nvPr/>
          </p:nvCxnSpPr>
          <p:spPr>
            <a:xfrm flipH="1">
              <a:off x="8034" y="521"/>
              <a:ext cx="12" cy="1204"/>
            </a:xfrm>
            <a:prstGeom prst="straightConnector1">
              <a:avLst/>
            </a:prstGeom>
            <a:grpFill/>
            <a:ln w="28575" cap="flat" cmpd="sng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3" name="Google Shape;81;p16"/>
            <p:cNvCxnSpPr/>
            <p:nvPr/>
          </p:nvCxnSpPr>
          <p:spPr>
            <a:xfrm flipH="1">
              <a:off x="9201" y="521"/>
              <a:ext cx="12" cy="1204"/>
            </a:xfrm>
            <a:prstGeom prst="straightConnector1">
              <a:avLst/>
            </a:prstGeom>
            <a:grpFill/>
            <a:ln w="28575" cap="flat" cmpd="sng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4" name="Google Shape;82;p16"/>
            <p:cNvCxnSpPr/>
            <p:nvPr/>
          </p:nvCxnSpPr>
          <p:spPr>
            <a:xfrm flipH="1">
              <a:off x="10367" y="521"/>
              <a:ext cx="12" cy="1204"/>
            </a:xfrm>
            <a:prstGeom prst="straightConnector1">
              <a:avLst/>
            </a:prstGeom>
            <a:grpFill/>
            <a:ln w="28575" cap="flat" cmpd="sng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99" name="组合 98"/>
          <p:cNvGrpSpPr>
            <a:grpSpLocks noChangeAspect="1"/>
          </p:cNvGrpSpPr>
          <p:nvPr/>
        </p:nvGrpSpPr>
        <p:grpSpPr>
          <a:xfrm>
            <a:off x="11228070" y="10665460"/>
            <a:ext cx="1210310" cy="248920"/>
            <a:chOff x="5659" y="515"/>
            <a:chExt cx="5886" cy="1210"/>
          </a:xfrm>
          <a:solidFill>
            <a:srgbClr val="00B0F0"/>
          </a:solidFill>
        </p:grpSpPr>
        <p:sp>
          <p:nvSpPr>
            <p:cNvPr id="100" name="Google Shape;78;p16"/>
            <p:cNvSpPr/>
            <p:nvPr/>
          </p:nvSpPr>
          <p:spPr>
            <a:xfrm>
              <a:off x="5659" y="515"/>
              <a:ext cx="5887" cy="1204"/>
            </a:xfrm>
            <a:prstGeom prst="roundRect">
              <a:avLst>
                <a:gd name="adj" fmla="val 16667"/>
              </a:avLst>
            </a:prstGeom>
            <a:grpFill/>
            <a:ln w="28575" cap="flat" cmpd="sng">
              <a:solidFill>
                <a:srgbClr val="0070C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endParaRPr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cxnSp>
          <p:nvCxnSpPr>
            <p:cNvPr id="101" name="Google Shape;79;p16"/>
            <p:cNvCxnSpPr/>
            <p:nvPr/>
          </p:nvCxnSpPr>
          <p:spPr>
            <a:xfrm flipH="1">
              <a:off x="6867" y="521"/>
              <a:ext cx="12" cy="1204"/>
            </a:xfrm>
            <a:prstGeom prst="straightConnector1">
              <a:avLst/>
            </a:prstGeom>
            <a:grpFill/>
            <a:ln w="28575" cap="flat" cmpd="sng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2" name="Google Shape;80;p16"/>
            <p:cNvCxnSpPr/>
            <p:nvPr/>
          </p:nvCxnSpPr>
          <p:spPr>
            <a:xfrm flipH="1">
              <a:off x="8034" y="521"/>
              <a:ext cx="12" cy="1204"/>
            </a:xfrm>
            <a:prstGeom prst="straightConnector1">
              <a:avLst/>
            </a:prstGeom>
            <a:grpFill/>
            <a:ln w="28575" cap="flat" cmpd="sng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8" name="Google Shape;81;p16"/>
            <p:cNvCxnSpPr/>
            <p:nvPr/>
          </p:nvCxnSpPr>
          <p:spPr>
            <a:xfrm flipH="1">
              <a:off x="9201" y="521"/>
              <a:ext cx="12" cy="1204"/>
            </a:xfrm>
            <a:prstGeom prst="straightConnector1">
              <a:avLst/>
            </a:prstGeom>
            <a:grpFill/>
            <a:ln w="28575" cap="flat" cmpd="sng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9" name="Google Shape;82;p16"/>
            <p:cNvCxnSpPr/>
            <p:nvPr/>
          </p:nvCxnSpPr>
          <p:spPr>
            <a:xfrm flipH="1">
              <a:off x="10367" y="521"/>
              <a:ext cx="12" cy="1204"/>
            </a:xfrm>
            <a:prstGeom prst="straightConnector1">
              <a:avLst/>
            </a:prstGeom>
            <a:grpFill/>
            <a:ln w="28575" cap="flat" cmpd="sng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118" name="直接箭头连接符 117"/>
          <p:cNvCxnSpPr>
            <a:stCxn id="110" idx="3"/>
            <a:endCxn id="620" idx="1"/>
          </p:cNvCxnSpPr>
          <p:nvPr/>
        </p:nvCxnSpPr>
        <p:spPr>
          <a:xfrm>
            <a:off x="12438381" y="10540308"/>
            <a:ext cx="1360170" cy="27305"/>
          </a:xfrm>
          <a:prstGeom prst="straightConnector1">
            <a:avLst/>
          </a:prstGeom>
          <a:ln w="28575" cmpd="sng">
            <a:solidFill>
              <a:srgbClr val="0070C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9" name="直接箭头连接符 118"/>
          <p:cNvCxnSpPr>
            <a:stCxn id="100" idx="3"/>
            <a:endCxn id="620" idx="1"/>
          </p:cNvCxnSpPr>
          <p:nvPr/>
        </p:nvCxnSpPr>
        <p:spPr>
          <a:xfrm flipV="1">
            <a:off x="12438381" y="10567613"/>
            <a:ext cx="1360170" cy="221615"/>
          </a:xfrm>
          <a:prstGeom prst="straightConnector1">
            <a:avLst/>
          </a:prstGeom>
          <a:ln w="28575" cmpd="sng">
            <a:solidFill>
              <a:srgbClr val="0070C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120" name="组合 119"/>
          <p:cNvGrpSpPr/>
          <p:nvPr/>
        </p:nvGrpSpPr>
        <p:grpSpPr>
          <a:xfrm>
            <a:off x="11309986" y="12194301"/>
            <a:ext cx="970280" cy="499745"/>
            <a:chOff x="36566" y="24089"/>
            <a:chExt cx="2211" cy="1139"/>
          </a:xfrm>
        </p:grpSpPr>
        <p:grpSp>
          <p:nvGrpSpPr>
            <p:cNvPr id="121" name="组合 120"/>
            <p:cNvGrpSpPr>
              <a:grpSpLocks noChangeAspect="1"/>
            </p:cNvGrpSpPr>
            <p:nvPr/>
          </p:nvGrpSpPr>
          <p:grpSpPr>
            <a:xfrm>
              <a:off x="36566" y="24089"/>
              <a:ext cx="2211" cy="567"/>
              <a:chOff x="366" y="509"/>
              <a:chExt cx="4718" cy="1210"/>
            </a:xfrm>
          </p:grpSpPr>
          <p:sp>
            <p:nvSpPr>
              <p:cNvPr id="127" name="Google Shape;78;p16"/>
              <p:cNvSpPr/>
              <p:nvPr/>
            </p:nvSpPr>
            <p:spPr>
              <a:xfrm>
                <a:off x="366" y="509"/>
                <a:ext cx="4719" cy="1204"/>
              </a:xfrm>
              <a:prstGeom prst="roundRect">
                <a:avLst>
                  <a:gd name="adj" fmla="val 16667"/>
                </a:avLst>
              </a:prstGeom>
              <a:solidFill>
                <a:schemeClr val="accent2"/>
              </a:solidFill>
              <a:ln w="28575" cap="flat" cmpd="sng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p>
                <a:endParaRPr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  <p:cxnSp>
            <p:nvCxnSpPr>
              <p:cNvPr id="128" name="Google Shape;79;p16"/>
              <p:cNvCxnSpPr/>
              <p:nvPr/>
            </p:nvCxnSpPr>
            <p:spPr>
              <a:xfrm flipH="1">
                <a:off x="1574" y="515"/>
                <a:ext cx="12" cy="1204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4" name="Google Shape;80;p16"/>
              <p:cNvCxnSpPr/>
              <p:nvPr/>
            </p:nvCxnSpPr>
            <p:spPr>
              <a:xfrm flipH="1">
                <a:off x="2741" y="515"/>
                <a:ext cx="12" cy="1204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5" name="Google Shape;81;p16"/>
              <p:cNvCxnSpPr/>
              <p:nvPr/>
            </p:nvCxnSpPr>
            <p:spPr>
              <a:xfrm flipH="1">
                <a:off x="3908" y="515"/>
                <a:ext cx="12" cy="1204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22" name="组合 121"/>
            <p:cNvGrpSpPr>
              <a:grpSpLocks noChangeAspect="1"/>
            </p:cNvGrpSpPr>
            <p:nvPr/>
          </p:nvGrpSpPr>
          <p:grpSpPr>
            <a:xfrm>
              <a:off x="36567" y="24662"/>
              <a:ext cx="2211" cy="567"/>
              <a:chOff x="366" y="509"/>
              <a:chExt cx="4718" cy="1210"/>
            </a:xfrm>
          </p:grpSpPr>
          <p:sp>
            <p:nvSpPr>
              <p:cNvPr id="123" name="Google Shape;78;p16"/>
              <p:cNvSpPr/>
              <p:nvPr/>
            </p:nvSpPr>
            <p:spPr>
              <a:xfrm>
                <a:off x="366" y="509"/>
                <a:ext cx="4719" cy="1204"/>
              </a:xfrm>
              <a:prstGeom prst="roundRect">
                <a:avLst>
                  <a:gd name="adj" fmla="val 16667"/>
                </a:avLst>
              </a:prstGeom>
              <a:solidFill>
                <a:schemeClr val="accent2"/>
              </a:solidFill>
              <a:ln w="28575" cap="flat" cmpd="sng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p>
                <a:endParaRPr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  <p:cxnSp>
            <p:nvCxnSpPr>
              <p:cNvPr id="124" name="Google Shape;79;p16"/>
              <p:cNvCxnSpPr/>
              <p:nvPr/>
            </p:nvCxnSpPr>
            <p:spPr>
              <a:xfrm flipH="1">
                <a:off x="1574" y="515"/>
                <a:ext cx="12" cy="1204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5" name="Google Shape;80;p16"/>
              <p:cNvCxnSpPr/>
              <p:nvPr/>
            </p:nvCxnSpPr>
            <p:spPr>
              <a:xfrm flipH="1">
                <a:off x="2741" y="515"/>
                <a:ext cx="12" cy="1204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6" name="Google Shape;81;p16"/>
              <p:cNvCxnSpPr/>
              <p:nvPr/>
            </p:nvCxnSpPr>
            <p:spPr>
              <a:xfrm flipH="1">
                <a:off x="3908" y="515"/>
                <a:ext cx="12" cy="1204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cxnSp>
        <p:nvCxnSpPr>
          <p:cNvPr id="146" name="直接箭头连接符 145"/>
          <p:cNvCxnSpPr/>
          <p:nvPr/>
        </p:nvCxnSpPr>
        <p:spPr>
          <a:xfrm>
            <a:off x="12280266" y="12318110"/>
            <a:ext cx="1518920" cy="80010"/>
          </a:xfrm>
          <a:prstGeom prst="straightConnector1">
            <a:avLst/>
          </a:prstGeom>
          <a:ln w="28575" cmpd="sng">
            <a:solidFill>
              <a:schemeClr val="accent2">
                <a:lumMod val="75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7" name="直接箭头连接符 146"/>
          <p:cNvCxnSpPr/>
          <p:nvPr/>
        </p:nvCxnSpPr>
        <p:spPr>
          <a:xfrm flipV="1">
            <a:off x="12280917" y="12398120"/>
            <a:ext cx="1518285" cy="171450"/>
          </a:xfrm>
          <a:prstGeom prst="straightConnector1">
            <a:avLst/>
          </a:prstGeom>
          <a:ln w="28575" cmpd="sng">
            <a:solidFill>
              <a:schemeClr val="accent2">
                <a:lumMod val="75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148" name="组合 147"/>
          <p:cNvGrpSpPr/>
          <p:nvPr/>
        </p:nvGrpSpPr>
        <p:grpSpPr>
          <a:xfrm>
            <a:off x="11558922" y="13907173"/>
            <a:ext cx="490855" cy="992505"/>
            <a:chOff x="36577" y="26957"/>
            <a:chExt cx="1118" cy="2261"/>
          </a:xfrm>
        </p:grpSpPr>
        <p:grpSp>
          <p:nvGrpSpPr>
            <p:cNvPr id="149" name="组合 148"/>
            <p:cNvGrpSpPr>
              <a:grpSpLocks noChangeAspect="1"/>
            </p:cNvGrpSpPr>
            <p:nvPr/>
          </p:nvGrpSpPr>
          <p:grpSpPr>
            <a:xfrm>
              <a:off x="36577" y="26957"/>
              <a:ext cx="1118" cy="567"/>
              <a:chOff x="461" y="4199"/>
              <a:chExt cx="2386" cy="1210"/>
            </a:xfrm>
          </p:grpSpPr>
          <p:sp>
            <p:nvSpPr>
              <p:cNvPr id="161" name="Google Shape;78;p16"/>
              <p:cNvSpPr>
                <a:spLocks noChangeAspect="1"/>
              </p:cNvSpPr>
              <p:nvPr/>
            </p:nvSpPr>
            <p:spPr>
              <a:xfrm>
                <a:off x="461" y="4199"/>
                <a:ext cx="2386" cy="1204"/>
              </a:xfrm>
              <a:prstGeom prst="roundRect">
                <a:avLst>
                  <a:gd name="adj" fmla="val 16667"/>
                </a:avLst>
              </a:prstGeom>
              <a:solidFill>
                <a:srgbClr val="92D050"/>
              </a:solidFill>
              <a:ln w="28575" cap="flat" cmpd="sng">
                <a:solidFill>
                  <a:srgbClr val="00B05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p>
                <a:endParaRPr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  <p:cxnSp>
            <p:nvCxnSpPr>
              <p:cNvPr id="162" name="Google Shape;79;p16"/>
              <p:cNvCxnSpPr>
                <a:cxnSpLocks noChangeAspect="1"/>
              </p:cNvCxnSpPr>
              <p:nvPr/>
            </p:nvCxnSpPr>
            <p:spPr>
              <a:xfrm flipH="1">
                <a:off x="1669" y="4205"/>
                <a:ext cx="12" cy="1204"/>
              </a:xfrm>
              <a:prstGeom prst="straightConnector1">
                <a:avLst/>
              </a:prstGeom>
              <a:solidFill>
                <a:schemeClr val="bg1">
                  <a:lumMod val="95000"/>
                </a:schemeClr>
              </a:solidFill>
              <a:ln w="28575" cap="flat" cmpd="sng">
                <a:solidFill>
                  <a:srgbClr val="00B05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50" name="组合 149"/>
            <p:cNvGrpSpPr>
              <a:grpSpLocks noChangeAspect="1"/>
            </p:cNvGrpSpPr>
            <p:nvPr/>
          </p:nvGrpSpPr>
          <p:grpSpPr>
            <a:xfrm>
              <a:off x="36577" y="27524"/>
              <a:ext cx="1118" cy="567"/>
              <a:chOff x="461" y="4199"/>
              <a:chExt cx="2386" cy="1210"/>
            </a:xfrm>
          </p:grpSpPr>
          <p:sp>
            <p:nvSpPr>
              <p:cNvPr id="159" name="Google Shape;78;p16"/>
              <p:cNvSpPr>
                <a:spLocks noChangeAspect="1"/>
              </p:cNvSpPr>
              <p:nvPr/>
            </p:nvSpPr>
            <p:spPr>
              <a:xfrm>
                <a:off x="461" y="4199"/>
                <a:ext cx="2386" cy="1204"/>
              </a:xfrm>
              <a:prstGeom prst="roundRect">
                <a:avLst>
                  <a:gd name="adj" fmla="val 16667"/>
                </a:avLst>
              </a:prstGeom>
              <a:solidFill>
                <a:srgbClr val="92D050"/>
              </a:solidFill>
              <a:ln w="28575" cap="flat" cmpd="sng">
                <a:solidFill>
                  <a:srgbClr val="00B05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p>
                <a:endParaRPr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  <p:cxnSp>
            <p:nvCxnSpPr>
              <p:cNvPr id="160" name="Google Shape;79;p16"/>
              <p:cNvCxnSpPr>
                <a:cxnSpLocks noChangeAspect="1"/>
              </p:cNvCxnSpPr>
              <p:nvPr/>
            </p:nvCxnSpPr>
            <p:spPr>
              <a:xfrm flipH="1">
                <a:off x="1669" y="4205"/>
                <a:ext cx="12" cy="1204"/>
              </a:xfrm>
              <a:prstGeom prst="straightConnector1">
                <a:avLst/>
              </a:prstGeom>
              <a:solidFill>
                <a:schemeClr val="bg1">
                  <a:lumMod val="95000"/>
                </a:schemeClr>
              </a:solidFill>
              <a:ln w="28575" cap="flat" cmpd="sng">
                <a:solidFill>
                  <a:srgbClr val="00B05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51" name="组合 150"/>
            <p:cNvGrpSpPr>
              <a:grpSpLocks noChangeAspect="1"/>
            </p:cNvGrpSpPr>
            <p:nvPr/>
          </p:nvGrpSpPr>
          <p:grpSpPr>
            <a:xfrm>
              <a:off x="36577" y="28088"/>
              <a:ext cx="1118" cy="567"/>
              <a:chOff x="461" y="4199"/>
              <a:chExt cx="2386" cy="1210"/>
            </a:xfrm>
          </p:grpSpPr>
          <p:sp>
            <p:nvSpPr>
              <p:cNvPr id="155" name="Google Shape;78;p16"/>
              <p:cNvSpPr>
                <a:spLocks noChangeAspect="1"/>
              </p:cNvSpPr>
              <p:nvPr/>
            </p:nvSpPr>
            <p:spPr>
              <a:xfrm>
                <a:off x="461" y="4199"/>
                <a:ext cx="2386" cy="1204"/>
              </a:xfrm>
              <a:prstGeom prst="roundRect">
                <a:avLst>
                  <a:gd name="adj" fmla="val 16667"/>
                </a:avLst>
              </a:prstGeom>
              <a:solidFill>
                <a:srgbClr val="92D050"/>
              </a:solidFill>
              <a:ln w="28575" cap="flat" cmpd="sng">
                <a:solidFill>
                  <a:srgbClr val="00B05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p>
                <a:endParaRPr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  <p:cxnSp>
            <p:nvCxnSpPr>
              <p:cNvPr id="158" name="Google Shape;79;p16"/>
              <p:cNvCxnSpPr>
                <a:cxnSpLocks noChangeAspect="1"/>
              </p:cNvCxnSpPr>
              <p:nvPr/>
            </p:nvCxnSpPr>
            <p:spPr>
              <a:xfrm flipH="1">
                <a:off x="1669" y="4205"/>
                <a:ext cx="12" cy="1204"/>
              </a:xfrm>
              <a:prstGeom prst="straightConnector1">
                <a:avLst/>
              </a:prstGeom>
              <a:solidFill>
                <a:schemeClr val="bg1">
                  <a:lumMod val="95000"/>
                </a:schemeClr>
              </a:solidFill>
              <a:ln w="28575" cap="flat" cmpd="sng">
                <a:solidFill>
                  <a:srgbClr val="00B05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52" name="组合 151"/>
            <p:cNvGrpSpPr>
              <a:grpSpLocks noChangeAspect="1"/>
            </p:cNvGrpSpPr>
            <p:nvPr/>
          </p:nvGrpSpPr>
          <p:grpSpPr>
            <a:xfrm>
              <a:off x="36577" y="28652"/>
              <a:ext cx="1118" cy="567"/>
              <a:chOff x="461" y="4199"/>
              <a:chExt cx="2386" cy="1210"/>
            </a:xfrm>
          </p:grpSpPr>
          <p:sp>
            <p:nvSpPr>
              <p:cNvPr id="153" name="Google Shape;78;p16"/>
              <p:cNvSpPr>
                <a:spLocks noChangeAspect="1"/>
              </p:cNvSpPr>
              <p:nvPr/>
            </p:nvSpPr>
            <p:spPr>
              <a:xfrm>
                <a:off x="461" y="4199"/>
                <a:ext cx="2386" cy="1204"/>
              </a:xfrm>
              <a:prstGeom prst="roundRect">
                <a:avLst>
                  <a:gd name="adj" fmla="val 16667"/>
                </a:avLst>
              </a:prstGeom>
              <a:solidFill>
                <a:srgbClr val="92D050"/>
              </a:solidFill>
              <a:ln w="28575" cap="flat" cmpd="sng">
                <a:solidFill>
                  <a:srgbClr val="00B05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p>
                <a:endParaRPr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  <p:cxnSp>
            <p:nvCxnSpPr>
              <p:cNvPr id="154" name="Google Shape;79;p16"/>
              <p:cNvCxnSpPr>
                <a:cxnSpLocks noChangeAspect="1"/>
              </p:cNvCxnSpPr>
              <p:nvPr/>
            </p:nvCxnSpPr>
            <p:spPr>
              <a:xfrm flipH="1">
                <a:off x="1669" y="4205"/>
                <a:ext cx="12" cy="1204"/>
              </a:xfrm>
              <a:prstGeom prst="straightConnector1">
                <a:avLst/>
              </a:prstGeom>
              <a:solidFill>
                <a:schemeClr val="bg1">
                  <a:lumMod val="95000"/>
                </a:schemeClr>
              </a:solidFill>
              <a:ln w="28575" cap="flat" cmpd="sng">
                <a:solidFill>
                  <a:srgbClr val="00B05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cxnSp>
        <p:nvCxnSpPr>
          <p:cNvPr id="163" name="直接箭头连接符 162"/>
          <p:cNvCxnSpPr/>
          <p:nvPr/>
        </p:nvCxnSpPr>
        <p:spPr>
          <a:xfrm>
            <a:off x="12049777" y="14030998"/>
            <a:ext cx="1708785" cy="386715"/>
          </a:xfrm>
          <a:prstGeom prst="straightConnector1">
            <a:avLst/>
          </a:prstGeom>
          <a:ln w="28575" cmpd="sng">
            <a:solidFill>
              <a:srgbClr val="00B05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4" name="直接箭头连接符 163"/>
          <p:cNvCxnSpPr/>
          <p:nvPr/>
        </p:nvCxnSpPr>
        <p:spPr>
          <a:xfrm>
            <a:off x="12049777" y="14279918"/>
            <a:ext cx="1708785" cy="137795"/>
          </a:xfrm>
          <a:prstGeom prst="straightConnector1">
            <a:avLst/>
          </a:prstGeom>
          <a:ln w="28575" cmpd="sng">
            <a:solidFill>
              <a:srgbClr val="00B05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5" name="直接箭头连接符 164"/>
          <p:cNvCxnSpPr/>
          <p:nvPr/>
        </p:nvCxnSpPr>
        <p:spPr>
          <a:xfrm flipV="1">
            <a:off x="12049777" y="14417713"/>
            <a:ext cx="1708785" cy="109855"/>
          </a:xfrm>
          <a:prstGeom prst="straightConnector1">
            <a:avLst/>
          </a:prstGeom>
          <a:ln w="28575" cmpd="sng">
            <a:solidFill>
              <a:srgbClr val="00B05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6" name="直接箭头连接符 165"/>
          <p:cNvCxnSpPr/>
          <p:nvPr/>
        </p:nvCxnSpPr>
        <p:spPr>
          <a:xfrm flipV="1">
            <a:off x="12049777" y="14417713"/>
            <a:ext cx="1708785" cy="357505"/>
          </a:xfrm>
          <a:prstGeom prst="straightConnector1">
            <a:avLst/>
          </a:prstGeom>
          <a:ln w="28575" cmpd="sng">
            <a:solidFill>
              <a:srgbClr val="00B05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339" name="组合 338"/>
          <p:cNvGrpSpPr/>
          <p:nvPr/>
        </p:nvGrpSpPr>
        <p:grpSpPr>
          <a:xfrm>
            <a:off x="665869" y="9606987"/>
            <a:ext cx="8103234" cy="5634197"/>
            <a:chOff x="503083" y="9500458"/>
            <a:chExt cx="8103235" cy="5634197"/>
          </a:xfrm>
        </p:grpSpPr>
        <p:pic>
          <p:nvPicPr>
            <p:cNvPr id="285" name="图片 284" descr="disease node"/>
            <p:cNvPicPr>
              <a:picLocks noChangeAspect="1"/>
            </p:cNvPicPr>
            <p:nvPr>
              <p:custDataLst>
                <p:tags r:id="rId52"/>
              </p:custDataLst>
            </p:nvPr>
          </p:nvPicPr>
          <p:blipFill>
            <a:blip r:embed="rId38"/>
            <a:stretch>
              <a:fillRect/>
            </a:stretch>
          </p:blipFill>
          <p:spPr>
            <a:xfrm>
              <a:off x="3001648" y="14079855"/>
              <a:ext cx="1054800" cy="1054800"/>
            </a:xfrm>
            <a:prstGeom prst="rect">
              <a:avLst/>
            </a:prstGeom>
          </p:spPr>
        </p:pic>
        <p:pic>
          <p:nvPicPr>
            <p:cNvPr id="286" name="图片 285" descr="target node"/>
            <p:cNvPicPr>
              <a:picLocks noChangeAspect="1"/>
            </p:cNvPicPr>
            <p:nvPr>
              <p:custDataLst>
                <p:tags r:id="rId53"/>
              </p:custDataLst>
            </p:nvPr>
          </p:nvPicPr>
          <p:blipFill>
            <a:blip r:embed="rId2"/>
            <a:stretch>
              <a:fillRect/>
            </a:stretch>
          </p:blipFill>
          <p:spPr>
            <a:xfrm>
              <a:off x="559722" y="14079855"/>
              <a:ext cx="1054800" cy="1054800"/>
            </a:xfrm>
            <a:prstGeom prst="rect">
              <a:avLst/>
            </a:prstGeom>
          </p:spPr>
        </p:pic>
        <p:cxnSp>
          <p:nvCxnSpPr>
            <p:cNvPr id="287" name="直接连接符 286"/>
            <p:cNvCxnSpPr>
              <a:stCxn id="286" idx="3"/>
              <a:endCxn id="285" idx="1"/>
            </p:cNvCxnSpPr>
            <p:nvPr>
              <p:custDataLst>
                <p:tags r:id="rId54"/>
              </p:custDataLst>
            </p:nvPr>
          </p:nvCxnSpPr>
          <p:spPr>
            <a:xfrm>
              <a:off x="1614522" y="14607255"/>
              <a:ext cx="1387126" cy="0"/>
            </a:xfrm>
            <a:prstGeom prst="line">
              <a:avLst/>
            </a:prstGeom>
            <a:ln w="101600" cmpd="dbl"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88" name="文本框 287"/>
            <p:cNvSpPr txBox="1"/>
            <p:nvPr>
              <p:custDataLst>
                <p:tags r:id="rId55"/>
              </p:custDataLst>
            </p:nvPr>
          </p:nvSpPr>
          <p:spPr>
            <a:xfrm>
              <a:off x="4551014" y="14298740"/>
              <a:ext cx="3568183" cy="510053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p>
              <a:r>
                <a:rPr lang="en-US" altLang="zh-CN" sz="3200" dirty="0">
                  <a:solidFill>
                    <a:schemeClr val="accent1"/>
                  </a:solidFill>
                </a:rPr>
                <a:t>target </a:t>
              </a:r>
              <a:r>
                <a:rPr lang="en-US" altLang="zh-CN" sz="3200" dirty="0"/>
                <a:t>- </a:t>
              </a:r>
              <a:r>
                <a:rPr lang="en-US" altLang="zh-CN" sz="3200" dirty="0">
                  <a:solidFill>
                    <a:schemeClr val="bg2">
                      <a:lumMod val="50000"/>
                    </a:schemeClr>
                  </a:solidFill>
                </a:rPr>
                <a:t>disease</a:t>
              </a:r>
              <a:endParaRPr lang="en-US" altLang="zh-CN" sz="32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pic>
          <p:nvPicPr>
            <p:cNvPr id="298" name="图片 297" descr="herb node"/>
            <p:cNvPicPr>
              <a:picLocks noChangeAspect="1"/>
            </p:cNvPicPr>
            <p:nvPr>
              <p:custDataLst>
                <p:tags r:id="rId56"/>
              </p:custDataLst>
            </p:nvPr>
          </p:nvPicPr>
          <p:blipFill>
            <a:blip r:embed="rId36"/>
            <a:stretch>
              <a:fillRect/>
            </a:stretch>
          </p:blipFill>
          <p:spPr>
            <a:xfrm>
              <a:off x="503083" y="11041687"/>
              <a:ext cx="1054800" cy="1054800"/>
            </a:xfrm>
            <a:prstGeom prst="rect">
              <a:avLst/>
            </a:prstGeom>
          </p:spPr>
        </p:pic>
        <p:pic>
          <p:nvPicPr>
            <p:cNvPr id="299" name="图片 298" descr="target node"/>
            <p:cNvPicPr>
              <a:picLocks noChangeAspect="1"/>
            </p:cNvPicPr>
            <p:nvPr>
              <p:custDataLst>
                <p:tags r:id="rId57"/>
              </p:custDataLst>
            </p:nvPr>
          </p:nvPicPr>
          <p:blipFill>
            <a:blip r:embed="rId2"/>
            <a:stretch>
              <a:fillRect/>
            </a:stretch>
          </p:blipFill>
          <p:spPr>
            <a:xfrm>
              <a:off x="3079609" y="11041687"/>
              <a:ext cx="1054800" cy="1054800"/>
            </a:xfrm>
            <a:prstGeom prst="rect">
              <a:avLst/>
            </a:prstGeom>
          </p:spPr>
        </p:pic>
        <p:sp>
          <p:nvSpPr>
            <p:cNvPr id="300" name="文本框 299"/>
            <p:cNvSpPr txBox="1"/>
            <p:nvPr>
              <p:custDataLst>
                <p:tags r:id="rId58"/>
              </p:custDataLst>
            </p:nvPr>
          </p:nvSpPr>
          <p:spPr>
            <a:xfrm>
              <a:off x="4516636" y="11393660"/>
              <a:ext cx="3333459" cy="292426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p>
              <a:r>
                <a:rPr lang="en-US" altLang="zh-CN" sz="3200" dirty="0">
                  <a:solidFill>
                    <a:srgbClr val="00B050"/>
                  </a:solidFill>
                </a:rPr>
                <a:t>herb </a:t>
              </a:r>
              <a:r>
                <a:rPr lang="en-US" altLang="zh-CN" sz="3200" dirty="0"/>
                <a:t>- </a:t>
              </a:r>
              <a:r>
                <a:rPr lang="en-US" altLang="zh-CN" sz="3200" dirty="0">
                  <a:solidFill>
                    <a:srgbClr val="0070C0"/>
                  </a:solidFill>
                </a:rPr>
                <a:t>target</a:t>
              </a:r>
              <a:endParaRPr lang="en-US" altLang="zh-CN" sz="3200" dirty="0">
                <a:solidFill>
                  <a:srgbClr val="0070C0"/>
                </a:solidFill>
              </a:endParaRPr>
            </a:p>
          </p:txBody>
        </p:sp>
        <p:cxnSp>
          <p:nvCxnSpPr>
            <p:cNvPr id="301" name="直接连接符 300"/>
            <p:cNvCxnSpPr>
              <a:stCxn id="298" idx="3"/>
              <a:endCxn id="299" idx="1"/>
            </p:cNvCxnSpPr>
            <p:nvPr>
              <p:custDataLst>
                <p:tags r:id="rId59"/>
              </p:custDataLst>
            </p:nvPr>
          </p:nvCxnSpPr>
          <p:spPr>
            <a:xfrm>
              <a:off x="1557883" y="11569087"/>
              <a:ext cx="1521726" cy="0"/>
            </a:xfrm>
            <a:prstGeom prst="line">
              <a:avLst/>
            </a:prstGeom>
            <a:ln w="1016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pic>
          <p:nvPicPr>
            <p:cNvPr id="308" name="图片 307" descr="molecule node"/>
            <p:cNvPicPr>
              <a:picLocks noChangeAspect="1"/>
            </p:cNvPicPr>
            <p:nvPr>
              <p:custDataLst>
                <p:tags r:id="rId60"/>
              </p:custDataLst>
            </p:nvPr>
          </p:nvPicPr>
          <p:blipFill>
            <a:blip r:embed="rId37"/>
            <a:stretch>
              <a:fillRect/>
            </a:stretch>
          </p:blipFill>
          <p:spPr>
            <a:xfrm>
              <a:off x="540358" y="9500458"/>
              <a:ext cx="1054800" cy="1054800"/>
            </a:xfrm>
            <a:prstGeom prst="rect">
              <a:avLst/>
            </a:prstGeom>
          </p:spPr>
        </p:pic>
        <p:pic>
          <p:nvPicPr>
            <p:cNvPr id="309" name="图片 308" descr="target node"/>
            <p:cNvPicPr>
              <a:picLocks noChangeAspect="1"/>
            </p:cNvPicPr>
            <p:nvPr>
              <p:custDataLst>
                <p:tags r:id="rId61"/>
              </p:custDataLst>
            </p:nvPr>
          </p:nvPicPr>
          <p:blipFill>
            <a:blip r:embed="rId2"/>
            <a:stretch>
              <a:fillRect/>
            </a:stretch>
          </p:blipFill>
          <p:spPr>
            <a:xfrm>
              <a:off x="3103921" y="9500458"/>
              <a:ext cx="1054800" cy="1054800"/>
            </a:xfrm>
            <a:prstGeom prst="rect">
              <a:avLst/>
            </a:prstGeom>
          </p:spPr>
        </p:pic>
        <p:cxnSp>
          <p:nvCxnSpPr>
            <p:cNvPr id="310" name="直接连接符 309"/>
            <p:cNvCxnSpPr>
              <a:stCxn id="308" idx="3"/>
              <a:endCxn id="309" idx="1"/>
            </p:cNvCxnSpPr>
            <p:nvPr>
              <p:custDataLst>
                <p:tags r:id="rId62"/>
              </p:custDataLst>
            </p:nvPr>
          </p:nvCxnSpPr>
          <p:spPr>
            <a:xfrm>
              <a:off x="1595158" y="10027858"/>
              <a:ext cx="1508763" cy="0"/>
            </a:xfrm>
            <a:prstGeom prst="line">
              <a:avLst/>
            </a:prstGeom>
            <a:ln w="1016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11" name="文本框 310"/>
            <p:cNvSpPr txBox="1"/>
            <p:nvPr>
              <p:custDataLst>
                <p:tags r:id="rId63"/>
              </p:custDataLst>
            </p:nvPr>
          </p:nvSpPr>
          <p:spPr>
            <a:xfrm>
              <a:off x="4550573" y="9795098"/>
              <a:ext cx="4055745" cy="415290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p>
              <a:r>
                <a:rPr lang="en-US" altLang="zh-CN" sz="3200" dirty="0">
                  <a:solidFill>
                    <a:schemeClr val="accent2"/>
                  </a:solidFill>
                </a:rPr>
                <a:t>molecule </a:t>
              </a:r>
              <a:r>
                <a:rPr lang="en-US" altLang="zh-CN" sz="3200" dirty="0"/>
                <a:t>- </a:t>
              </a:r>
              <a:r>
                <a:rPr lang="en-US" altLang="zh-CN" sz="3200" dirty="0">
                  <a:solidFill>
                    <a:srgbClr val="0070C0"/>
                  </a:solidFill>
                </a:rPr>
                <a:t>target</a:t>
              </a:r>
              <a:endParaRPr lang="en-US" altLang="zh-CN" sz="3200" dirty="0">
                <a:solidFill>
                  <a:srgbClr val="0070C0"/>
                </a:solidFill>
              </a:endParaRPr>
            </a:p>
          </p:txBody>
        </p:sp>
        <p:pic>
          <p:nvPicPr>
            <p:cNvPr id="317" name="图片 316" descr="molecule node"/>
            <p:cNvPicPr>
              <a:picLocks noChangeAspect="1"/>
            </p:cNvPicPr>
            <p:nvPr>
              <p:custDataLst>
                <p:tags r:id="rId64"/>
              </p:custDataLst>
            </p:nvPr>
          </p:nvPicPr>
          <p:blipFill>
            <a:blip r:embed="rId37"/>
            <a:stretch>
              <a:fillRect/>
            </a:stretch>
          </p:blipFill>
          <p:spPr>
            <a:xfrm>
              <a:off x="3010307" y="12557410"/>
              <a:ext cx="1054800" cy="1054800"/>
            </a:xfrm>
            <a:prstGeom prst="rect">
              <a:avLst/>
            </a:prstGeom>
          </p:spPr>
        </p:pic>
        <p:pic>
          <p:nvPicPr>
            <p:cNvPr id="318" name="图片 317" descr="herb node"/>
            <p:cNvPicPr>
              <a:picLocks noChangeAspect="1"/>
            </p:cNvPicPr>
            <p:nvPr>
              <p:custDataLst>
                <p:tags r:id="rId65"/>
              </p:custDataLst>
            </p:nvPr>
          </p:nvPicPr>
          <p:blipFill>
            <a:blip r:embed="rId36"/>
            <a:stretch>
              <a:fillRect/>
            </a:stretch>
          </p:blipFill>
          <p:spPr>
            <a:xfrm>
              <a:off x="505908" y="12557410"/>
              <a:ext cx="1054800" cy="1054800"/>
            </a:xfrm>
            <a:prstGeom prst="rect">
              <a:avLst/>
            </a:prstGeom>
          </p:spPr>
        </p:pic>
        <p:sp>
          <p:nvSpPr>
            <p:cNvPr id="320" name="文本框 319"/>
            <p:cNvSpPr txBox="1"/>
            <p:nvPr>
              <p:custDataLst>
                <p:tags r:id="rId66"/>
              </p:custDataLst>
            </p:nvPr>
          </p:nvSpPr>
          <p:spPr>
            <a:xfrm>
              <a:off x="4519672" y="12986038"/>
              <a:ext cx="3718233" cy="149921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p>
              <a:r>
                <a:rPr lang="en-US" altLang="zh-CN" sz="3200" dirty="0">
                  <a:solidFill>
                    <a:srgbClr val="00B050"/>
                  </a:solidFill>
                </a:rPr>
                <a:t>herb </a:t>
              </a:r>
              <a:r>
                <a:rPr lang="en-US" altLang="zh-CN" sz="3200" dirty="0"/>
                <a:t>- </a:t>
              </a:r>
              <a:r>
                <a:rPr lang="en-US" altLang="zh-CN" sz="3200" dirty="0">
                  <a:solidFill>
                    <a:schemeClr val="accent2"/>
                  </a:solidFill>
                </a:rPr>
                <a:t>molecule</a:t>
              </a:r>
              <a:endParaRPr lang="en-US" altLang="zh-CN" sz="3200" dirty="0">
                <a:solidFill>
                  <a:schemeClr val="accent2"/>
                </a:solidFill>
              </a:endParaRPr>
            </a:p>
          </p:txBody>
        </p:sp>
        <p:cxnSp>
          <p:nvCxnSpPr>
            <p:cNvPr id="322" name="直接连接符 321"/>
            <p:cNvCxnSpPr>
              <a:stCxn id="318" idx="3"/>
              <a:endCxn id="317" idx="1"/>
            </p:cNvCxnSpPr>
            <p:nvPr>
              <p:custDataLst>
                <p:tags r:id="rId67"/>
              </p:custDataLst>
            </p:nvPr>
          </p:nvCxnSpPr>
          <p:spPr>
            <a:xfrm>
              <a:off x="1560708" y="13084810"/>
              <a:ext cx="1449599" cy="0"/>
            </a:xfrm>
            <a:prstGeom prst="line">
              <a:avLst/>
            </a:prstGeom>
            <a:ln w="10160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343" name="文本框 342"/>
          <p:cNvSpPr txBox="1"/>
          <p:nvPr/>
        </p:nvSpPr>
        <p:spPr>
          <a:xfrm>
            <a:off x="1967244" y="15509107"/>
            <a:ext cx="4162425" cy="8870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4000" b="1" dirty="0">
                <a:latin typeface="Cambria Math" panose="02040503050406030204" pitchFamily="18" charset="0"/>
                <a:cs typeface="Cambria Math" panose="02040503050406030204" pitchFamily="18" charset="0"/>
              </a:rPr>
              <a:t>Meta-Relations</a:t>
            </a:r>
            <a:endParaRPr lang="en-US" altLang="zh-CN" sz="4000" b="1" dirty="0">
              <a:latin typeface="Cambria Math" panose="02040503050406030204" pitchFamily="18" charset="0"/>
              <a:cs typeface="Cambria Math" panose="02040503050406030204" pitchFamily="18" charset="0"/>
            </a:endParaRPr>
          </a:p>
        </p:txBody>
      </p:sp>
      <p:pic>
        <p:nvPicPr>
          <p:cNvPr id="4" name="图片 3" descr="target node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015239" y="10132638"/>
            <a:ext cx="1080135" cy="1080135"/>
          </a:xfrm>
          <a:prstGeom prst="rect">
            <a:avLst/>
          </a:prstGeom>
        </p:spPr>
      </p:pic>
      <p:grpSp>
        <p:nvGrpSpPr>
          <p:cNvPr id="5" name="组合 4"/>
          <p:cNvGrpSpPr>
            <a:grpSpLocks noChangeAspect="1"/>
          </p:cNvGrpSpPr>
          <p:nvPr/>
        </p:nvGrpSpPr>
        <p:grpSpPr>
          <a:xfrm>
            <a:off x="11225530" y="10168890"/>
            <a:ext cx="1210310" cy="248920"/>
            <a:chOff x="5659" y="515"/>
            <a:chExt cx="5886" cy="1210"/>
          </a:xfrm>
          <a:solidFill>
            <a:srgbClr val="00B0F0"/>
          </a:solidFill>
        </p:grpSpPr>
        <p:sp>
          <p:nvSpPr>
            <p:cNvPr id="6" name="Google Shape;78;p16"/>
            <p:cNvSpPr/>
            <p:nvPr/>
          </p:nvSpPr>
          <p:spPr>
            <a:xfrm>
              <a:off x="5659" y="515"/>
              <a:ext cx="5887" cy="1204"/>
            </a:xfrm>
            <a:prstGeom prst="roundRect">
              <a:avLst>
                <a:gd name="adj" fmla="val 16667"/>
              </a:avLst>
            </a:prstGeom>
            <a:grpFill/>
            <a:ln w="28575" cap="flat" cmpd="sng">
              <a:solidFill>
                <a:srgbClr val="0070C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endParaRPr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cxnSp>
          <p:nvCxnSpPr>
            <p:cNvPr id="7" name="Google Shape;79;p16"/>
            <p:cNvCxnSpPr/>
            <p:nvPr/>
          </p:nvCxnSpPr>
          <p:spPr>
            <a:xfrm flipH="1">
              <a:off x="6867" y="521"/>
              <a:ext cx="12" cy="1204"/>
            </a:xfrm>
            <a:prstGeom prst="straightConnector1">
              <a:avLst/>
            </a:prstGeom>
            <a:grpFill/>
            <a:ln w="28575" cap="flat" cmpd="sng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" name="Google Shape;80;p16"/>
            <p:cNvCxnSpPr/>
            <p:nvPr/>
          </p:nvCxnSpPr>
          <p:spPr>
            <a:xfrm flipH="1">
              <a:off x="8034" y="521"/>
              <a:ext cx="12" cy="1204"/>
            </a:xfrm>
            <a:prstGeom prst="straightConnector1">
              <a:avLst/>
            </a:prstGeom>
            <a:grpFill/>
            <a:ln w="28575" cap="flat" cmpd="sng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" name="Google Shape;81;p16"/>
            <p:cNvCxnSpPr/>
            <p:nvPr/>
          </p:nvCxnSpPr>
          <p:spPr>
            <a:xfrm flipH="1">
              <a:off x="9201" y="521"/>
              <a:ext cx="12" cy="1204"/>
            </a:xfrm>
            <a:prstGeom prst="straightConnector1">
              <a:avLst/>
            </a:prstGeom>
            <a:grpFill/>
            <a:ln w="28575" cap="flat" cmpd="sng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" name="Google Shape;82;p16"/>
            <p:cNvCxnSpPr/>
            <p:nvPr/>
          </p:nvCxnSpPr>
          <p:spPr>
            <a:xfrm flipH="1">
              <a:off x="10367" y="521"/>
              <a:ext cx="12" cy="1204"/>
            </a:xfrm>
            <a:prstGeom prst="straightConnector1">
              <a:avLst/>
            </a:prstGeom>
            <a:grpFill/>
            <a:ln w="28575" cap="flat" cmpd="sng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11" name="直接箭头连接符 10"/>
          <p:cNvCxnSpPr>
            <a:stCxn id="6" idx="3"/>
            <a:endCxn id="620" idx="1"/>
          </p:cNvCxnSpPr>
          <p:nvPr/>
        </p:nvCxnSpPr>
        <p:spPr>
          <a:xfrm>
            <a:off x="12435841" y="10292658"/>
            <a:ext cx="1362710" cy="274955"/>
          </a:xfrm>
          <a:prstGeom prst="straightConnector1">
            <a:avLst/>
          </a:prstGeom>
          <a:ln w="28575" cmpd="sng">
            <a:solidFill>
              <a:srgbClr val="0070C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12" name="组合 11"/>
          <p:cNvGrpSpPr>
            <a:grpSpLocks noChangeAspect="1"/>
          </p:cNvGrpSpPr>
          <p:nvPr/>
        </p:nvGrpSpPr>
        <p:grpSpPr>
          <a:xfrm>
            <a:off x="15817850" y="10151110"/>
            <a:ext cx="970280" cy="248920"/>
            <a:chOff x="366" y="509"/>
            <a:chExt cx="4718" cy="1210"/>
          </a:xfrm>
        </p:grpSpPr>
        <p:sp>
          <p:nvSpPr>
            <p:cNvPr id="14" name="Google Shape;78;p16"/>
            <p:cNvSpPr/>
            <p:nvPr/>
          </p:nvSpPr>
          <p:spPr>
            <a:xfrm>
              <a:off x="366" y="509"/>
              <a:ext cx="4719" cy="1204"/>
            </a:xfrm>
            <a:prstGeom prst="roundRect">
              <a:avLst>
                <a:gd name="adj" fmla="val 16667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28575" cap="flat" cmpd="sng">
              <a:solidFill>
                <a:srgbClr val="0070C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endParaRPr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cxnSp>
          <p:nvCxnSpPr>
            <p:cNvPr id="15" name="Google Shape;79;p16"/>
            <p:cNvCxnSpPr/>
            <p:nvPr/>
          </p:nvCxnSpPr>
          <p:spPr>
            <a:xfrm flipH="1">
              <a:off x="1574" y="515"/>
              <a:ext cx="12" cy="1204"/>
            </a:xfrm>
            <a:prstGeom prst="straightConnector1">
              <a:avLst/>
            </a:prstGeom>
            <a:noFill/>
            <a:ln w="28575" cap="flat" cmpd="sng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" name="Google Shape;80;p16"/>
            <p:cNvCxnSpPr/>
            <p:nvPr/>
          </p:nvCxnSpPr>
          <p:spPr>
            <a:xfrm flipH="1">
              <a:off x="2741" y="515"/>
              <a:ext cx="12" cy="1204"/>
            </a:xfrm>
            <a:prstGeom prst="straightConnector1">
              <a:avLst/>
            </a:prstGeom>
            <a:noFill/>
            <a:ln w="28575" cap="flat" cmpd="sng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" name="Google Shape;81;p16"/>
            <p:cNvCxnSpPr/>
            <p:nvPr/>
          </p:nvCxnSpPr>
          <p:spPr>
            <a:xfrm flipH="1">
              <a:off x="3908" y="515"/>
              <a:ext cx="12" cy="1204"/>
            </a:xfrm>
            <a:prstGeom prst="straightConnector1">
              <a:avLst/>
            </a:prstGeom>
            <a:noFill/>
            <a:ln w="28575" cap="flat" cmpd="sng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18" name="直接箭头连接符 17"/>
          <p:cNvCxnSpPr>
            <a:stCxn id="620" idx="3"/>
            <a:endCxn id="14" idx="1"/>
          </p:cNvCxnSpPr>
          <p:nvPr/>
        </p:nvCxnSpPr>
        <p:spPr>
          <a:xfrm flipV="1">
            <a:off x="15352413" y="10275196"/>
            <a:ext cx="465455" cy="292735"/>
          </a:xfrm>
          <a:prstGeom prst="straightConnector1">
            <a:avLst/>
          </a:prstGeom>
          <a:ln w="28575" cmpd="sng">
            <a:solidFill>
              <a:srgbClr val="0070C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19" name="组合 18"/>
          <p:cNvGrpSpPr>
            <a:grpSpLocks noChangeAspect="1"/>
          </p:cNvGrpSpPr>
          <p:nvPr/>
        </p:nvGrpSpPr>
        <p:grpSpPr>
          <a:xfrm>
            <a:off x="18317845" y="10773410"/>
            <a:ext cx="970280" cy="248920"/>
            <a:chOff x="366" y="509"/>
            <a:chExt cx="4718" cy="1210"/>
          </a:xfrm>
        </p:grpSpPr>
        <p:sp>
          <p:nvSpPr>
            <p:cNvPr id="20" name="Google Shape;78;p16"/>
            <p:cNvSpPr/>
            <p:nvPr/>
          </p:nvSpPr>
          <p:spPr>
            <a:xfrm>
              <a:off x="366" y="509"/>
              <a:ext cx="4719" cy="1204"/>
            </a:xfrm>
            <a:prstGeom prst="roundRect">
              <a:avLst>
                <a:gd name="adj" fmla="val 16667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28575" cap="flat" cmpd="sng">
              <a:solidFill>
                <a:srgbClr val="0070C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endParaRPr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cxnSp>
          <p:nvCxnSpPr>
            <p:cNvPr id="21" name="Google Shape;79;p16"/>
            <p:cNvCxnSpPr/>
            <p:nvPr/>
          </p:nvCxnSpPr>
          <p:spPr>
            <a:xfrm flipH="1">
              <a:off x="1574" y="515"/>
              <a:ext cx="12" cy="1204"/>
            </a:xfrm>
            <a:prstGeom prst="straightConnector1">
              <a:avLst/>
            </a:prstGeom>
            <a:noFill/>
            <a:ln w="28575" cap="flat" cmpd="sng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" name="Google Shape;80;p16"/>
            <p:cNvCxnSpPr/>
            <p:nvPr/>
          </p:nvCxnSpPr>
          <p:spPr>
            <a:xfrm flipH="1">
              <a:off x="2741" y="515"/>
              <a:ext cx="12" cy="1204"/>
            </a:xfrm>
            <a:prstGeom prst="straightConnector1">
              <a:avLst/>
            </a:prstGeom>
            <a:noFill/>
            <a:ln w="28575" cap="flat" cmpd="sng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" name="Google Shape;81;p16"/>
            <p:cNvCxnSpPr/>
            <p:nvPr/>
          </p:nvCxnSpPr>
          <p:spPr>
            <a:xfrm flipH="1">
              <a:off x="3908" y="515"/>
              <a:ext cx="12" cy="1204"/>
            </a:xfrm>
            <a:prstGeom prst="straightConnector1">
              <a:avLst/>
            </a:prstGeom>
            <a:noFill/>
            <a:ln w="28575" cap="flat" cmpd="sng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659" name="图片 658" descr="molecule nod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344241" y="10522601"/>
            <a:ext cx="995045" cy="995045"/>
          </a:xfrm>
          <a:prstGeom prst="rect">
            <a:avLst/>
          </a:prstGeom>
        </p:spPr>
      </p:pic>
      <p:pic>
        <p:nvPicPr>
          <p:cNvPr id="660" name="图片 659" descr="herb node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5100909" y="14615809"/>
            <a:ext cx="995045" cy="995045"/>
          </a:xfrm>
          <a:prstGeom prst="rect">
            <a:avLst/>
          </a:prstGeom>
        </p:spPr>
      </p:pic>
      <p:pic>
        <p:nvPicPr>
          <p:cNvPr id="661" name="图片 660" descr="target node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7633926" y="10522601"/>
            <a:ext cx="1080135" cy="1080135"/>
          </a:xfrm>
          <a:prstGeom prst="rect">
            <a:avLst/>
          </a:prstGeom>
        </p:spPr>
      </p:pic>
      <p:pic>
        <p:nvPicPr>
          <p:cNvPr id="662" name="图片 661" descr="herb node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6503624" y="14612634"/>
            <a:ext cx="995045" cy="995045"/>
          </a:xfrm>
          <a:prstGeom prst="rect">
            <a:avLst/>
          </a:prstGeom>
        </p:spPr>
      </p:pic>
      <p:pic>
        <p:nvPicPr>
          <p:cNvPr id="663" name="图片 662" descr="herb node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7867604" y="14234809"/>
            <a:ext cx="995045" cy="995045"/>
          </a:xfrm>
          <a:prstGeom prst="rect">
            <a:avLst/>
          </a:prstGeom>
        </p:spPr>
      </p:pic>
      <p:pic>
        <p:nvPicPr>
          <p:cNvPr id="664" name="图片 663" descr="herb node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8901384" y="13399784"/>
            <a:ext cx="995045" cy="995045"/>
          </a:xfrm>
          <a:prstGeom prst="rect">
            <a:avLst/>
          </a:prstGeom>
        </p:spPr>
      </p:pic>
      <p:pic>
        <p:nvPicPr>
          <p:cNvPr id="665" name="图片 664" descr="molecule nod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067256" y="10934081"/>
            <a:ext cx="995045" cy="995045"/>
          </a:xfrm>
          <a:prstGeom prst="rect">
            <a:avLst/>
          </a:prstGeom>
        </p:spPr>
      </p:pic>
      <p:pic>
        <p:nvPicPr>
          <p:cNvPr id="666" name="图片 665" descr="target node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3987119" y="11894199"/>
            <a:ext cx="1080135" cy="1080135"/>
          </a:xfrm>
          <a:prstGeom prst="rect">
            <a:avLst/>
          </a:prstGeom>
        </p:spPr>
      </p:pic>
      <p:cxnSp>
        <p:nvCxnSpPr>
          <p:cNvPr id="667" name="曲线连接符 666"/>
          <p:cNvCxnSpPr>
            <a:stCxn id="666" idx="0"/>
            <a:endCxn id="665" idx="0"/>
          </p:cNvCxnSpPr>
          <p:nvPr/>
        </p:nvCxnSpPr>
        <p:spPr>
          <a:xfrm rot="16200000">
            <a:off x="34566225" y="10895330"/>
            <a:ext cx="960120" cy="1037590"/>
          </a:xfrm>
          <a:prstGeom prst="curvedConnector3">
            <a:avLst>
              <a:gd name="adj1" fmla="val 108333"/>
            </a:avLst>
          </a:prstGeom>
          <a:ln w="44450" cmpd="sng">
            <a:solidFill>
              <a:schemeClr val="accent1">
                <a:lumMod val="75000"/>
              </a:schemeClr>
            </a:solidFill>
            <a:prstDash val="sysDash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68" name="曲线连接符 667"/>
          <p:cNvCxnSpPr>
            <a:stCxn id="666" idx="0"/>
            <a:endCxn id="659" idx="0"/>
          </p:cNvCxnSpPr>
          <p:nvPr/>
        </p:nvCxnSpPr>
        <p:spPr>
          <a:xfrm rot="16200000">
            <a:off x="34998660" y="10051431"/>
            <a:ext cx="1371600" cy="2314575"/>
          </a:xfrm>
          <a:prstGeom prst="curvedConnector3">
            <a:avLst>
              <a:gd name="adj1" fmla="val 117384"/>
            </a:avLst>
          </a:prstGeom>
          <a:ln w="44450" cmpd="sng">
            <a:solidFill>
              <a:schemeClr val="accent1">
                <a:lumMod val="75000"/>
              </a:schemeClr>
            </a:solidFill>
            <a:prstDash val="sysDash"/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69" name="曲线连接符 668"/>
          <p:cNvCxnSpPr>
            <a:stCxn id="666" idx="0"/>
            <a:endCxn id="661" idx="0"/>
          </p:cNvCxnSpPr>
          <p:nvPr/>
        </p:nvCxnSpPr>
        <p:spPr>
          <a:xfrm rot="16200000">
            <a:off x="35664775" y="9385316"/>
            <a:ext cx="1371600" cy="3646805"/>
          </a:xfrm>
          <a:prstGeom prst="curvedConnector3">
            <a:avLst>
              <a:gd name="adj1" fmla="val 147523"/>
            </a:avLst>
          </a:prstGeom>
          <a:ln w="44450" cmpd="sng">
            <a:solidFill>
              <a:schemeClr val="accent1">
                <a:lumMod val="75000"/>
              </a:schemeClr>
            </a:solidFill>
            <a:prstDash val="sysDash"/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70" name="曲线连接符 669"/>
          <p:cNvCxnSpPr>
            <a:stCxn id="665" idx="0"/>
            <a:endCxn id="659" idx="0"/>
          </p:cNvCxnSpPr>
          <p:nvPr/>
        </p:nvCxnSpPr>
        <p:spPr>
          <a:xfrm rot="16200000">
            <a:off x="35998150" y="10090166"/>
            <a:ext cx="411480" cy="1276985"/>
          </a:xfrm>
          <a:prstGeom prst="curvedConnector3">
            <a:avLst>
              <a:gd name="adj1" fmla="val 107539"/>
            </a:avLst>
          </a:prstGeom>
          <a:ln w="44450" cmpd="sng">
            <a:solidFill>
              <a:schemeClr val="accent1">
                <a:lumMod val="75000"/>
              </a:schemeClr>
            </a:solidFill>
            <a:prstDash val="sysDash"/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71" name="曲线连接符 670"/>
          <p:cNvCxnSpPr>
            <a:stCxn id="665" idx="0"/>
            <a:endCxn id="661" idx="0"/>
          </p:cNvCxnSpPr>
          <p:nvPr/>
        </p:nvCxnSpPr>
        <p:spPr>
          <a:xfrm rot="16200000">
            <a:off x="36664265" y="9424051"/>
            <a:ext cx="411480" cy="2609215"/>
          </a:xfrm>
          <a:prstGeom prst="curvedConnector3">
            <a:avLst>
              <a:gd name="adj1" fmla="val 219753"/>
            </a:avLst>
          </a:prstGeom>
          <a:ln w="44450" cmpd="sng">
            <a:solidFill>
              <a:schemeClr val="accent1">
                <a:lumMod val="75000"/>
              </a:schemeClr>
            </a:solidFill>
            <a:prstDash val="sysDash"/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72" name="曲线连接符 671"/>
          <p:cNvCxnSpPr>
            <a:stCxn id="659" idx="0"/>
            <a:endCxn id="661" idx="0"/>
          </p:cNvCxnSpPr>
          <p:nvPr/>
        </p:nvCxnSpPr>
        <p:spPr>
          <a:xfrm rot="16200000" flipH="1">
            <a:off x="37508196" y="9856470"/>
            <a:ext cx="3175" cy="1332230"/>
          </a:xfrm>
          <a:prstGeom prst="curvedConnector3">
            <a:avLst>
              <a:gd name="adj1" fmla="val -7450000"/>
            </a:avLst>
          </a:prstGeom>
          <a:ln w="44450" cmpd="sng">
            <a:solidFill>
              <a:schemeClr val="accent1">
                <a:lumMod val="75000"/>
              </a:schemeClr>
            </a:solidFill>
            <a:prstDash val="sysDash"/>
            <a:headEnd type="arrow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73" name="曲线连接符 672"/>
          <p:cNvCxnSpPr>
            <a:stCxn id="660" idx="2"/>
            <a:endCxn id="662" idx="2"/>
          </p:cNvCxnSpPr>
          <p:nvPr/>
        </p:nvCxnSpPr>
        <p:spPr>
          <a:xfrm rot="5400000" flipH="1" flipV="1">
            <a:off x="36298519" y="14907909"/>
            <a:ext cx="3175" cy="1402715"/>
          </a:xfrm>
          <a:prstGeom prst="curvedConnector3">
            <a:avLst>
              <a:gd name="adj1" fmla="val -7500000"/>
            </a:avLst>
          </a:prstGeom>
          <a:ln w="44450" cmpd="sng">
            <a:solidFill>
              <a:srgbClr val="00B050"/>
            </a:solidFill>
            <a:prstDash val="sysDash"/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74" name="曲线连接符 673"/>
          <p:cNvCxnSpPr>
            <a:stCxn id="660" idx="2"/>
            <a:endCxn id="663" idx="2"/>
          </p:cNvCxnSpPr>
          <p:nvPr/>
        </p:nvCxnSpPr>
        <p:spPr>
          <a:xfrm rot="5400000" flipH="1" flipV="1">
            <a:off x="36791583" y="14037007"/>
            <a:ext cx="381000" cy="2766695"/>
          </a:xfrm>
          <a:prstGeom prst="curvedConnector3">
            <a:avLst>
              <a:gd name="adj1" fmla="val -171666"/>
            </a:avLst>
          </a:prstGeom>
          <a:ln w="44450" cmpd="sng">
            <a:solidFill>
              <a:srgbClr val="00B050"/>
            </a:solidFill>
            <a:prstDash val="sysDash"/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75" name="曲线连接符 674"/>
          <p:cNvCxnSpPr>
            <a:stCxn id="660" idx="2"/>
            <a:endCxn id="664" idx="2"/>
          </p:cNvCxnSpPr>
          <p:nvPr/>
        </p:nvCxnSpPr>
        <p:spPr>
          <a:xfrm rot="5400000" flipH="1" flipV="1">
            <a:off x="36890974" y="13102604"/>
            <a:ext cx="1216025" cy="3800475"/>
          </a:xfrm>
          <a:prstGeom prst="curvedConnector3">
            <a:avLst>
              <a:gd name="adj1" fmla="val -68929"/>
            </a:avLst>
          </a:prstGeom>
          <a:ln w="44450" cmpd="sng">
            <a:solidFill>
              <a:srgbClr val="00B050"/>
            </a:solidFill>
            <a:prstDash val="sysDash"/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76" name="曲线连接符 675"/>
          <p:cNvCxnSpPr>
            <a:stCxn id="662" idx="2"/>
            <a:endCxn id="663" idx="2"/>
          </p:cNvCxnSpPr>
          <p:nvPr/>
        </p:nvCxnSpPr>
        <p:spPr>
          <a:xfrm rot="5400000" flipH="1" flipV="1">
            <a:off x="37494542" y="14736763"/>
            <a:ext cx="377825" cy="1363980"/>
          </a:xfrm>
          <a:prstGeom prst="curvedConnector3">
            <a:avLst>
              <a:gd name="adj1" fmla="val -20000"/>
            </a:avLst>
          </a:prstGeom>
          <a:ln w="44450" cmpd="sng">
            <a:solidFill>
              <a:srgbClr val="00B050"/>
            </a:solidFill>
            <a:prstDash val="sysDash"/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77" name="曲线连接符 676"/>
          <p:cNvCxnSpPr>
            <a:stCxn id="662" idx="2"/>
            <a:endCxn id="664" idx="2"/>
          </p:cNvCxnSpPr>
          <p:nvPr/>
        </p:nvCxnSpPr>
        <p:spPr>
          <a:xfrm rot="5400000" flipH="1" flipV="1">
            <a:off x="37593905" y="13802360"/>
            <a:ext cx="1212850" cy="2397760"/>
          </a:xfrm>
          <a:prstGeom prst="curvedConnector3">
            <a:avLst>
              <a:gd name="adj1" fmla="val -35811"/>
            </a:avLst>
          </a:prstGeom>
          <a:ln w="44450" cmpd="sng">
            <a:solidFill>
              <a:srgbClr val="00B050"/>
            </a:solidFill>
            <a:prstDash val="sysDash"/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78" name="曲线连接符 677"/>
          <p:cNvCxnSpPr>
            <a:stCxn id="663" idx="2"/>
            <a:endCxn id="664" idx="2"/>
          </p:cNvCxnSpPr>
          <p:nvPr/>
        </p:nvCxnSpPr>
        <p:spPr>
          <a:xfrm rot="5400000" flipH="1" flipV="1">
            <a:off x="38465139" y="14295120"/>
            <a:ext cx="835025" cy="1033780"/>
          </a:xfrm>
          <a:prstGeom prst="curvedConnector3">
            <a:avLst>
              <a:gd name="adj1" fmla="val -13346"/>
            </a:avLst>
          </a:prstGeom>
          <a:ln w="44450" cmpd="sng">
            <a:solidFill>
              <a:srgbClr val="00B050"/>
            </a:solidFill>
            <a:prstDash val="sysDash"/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79" name="曲线连接符 678"/>
          <p:cNvCxnSpPr>
            <a:stCxn id="666" idx="2"/>
            <a:endCxn id="660" idx="0"/>
          </p:cNvCxnSpPr>
          <p:nvPr/>
        </p:nvCxnSpPr>
        <p:spPr>
          <a:xfrm rot="5400000" flipV="1">
            <a:off x="34242389" y="13258814"/>
            <a:ext cx="1641475" cy="1071245"/>
          </a:xfrm>
          <a:prstGeom prst="curvedConnector3">
            <a:avLst>
              <a:gd name="adj1" fmla="val 50019"/>
            </a:avLst>
          </a:prstGeom>
          <a:ln w="44450" cmpd="sng">
            <a:solidFill>
              <a:srgbClr val="C00000"/>
            </a:solidFill>
            <a:prstDash val="sysDash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80" name="直接连接符 679"/>
          <p:cNvCxnSpPr>
            <a:stCxn id="665" idx="2"/>
            <a:endCxn id="660" idx="0"/>
          </p:cNvCxnSpPr>
          <p:nvPr/>
        </p:nvCxnSpPr>
        <p:spPr>
          <a:xfrm>
            <a:off x="35565094" y="11929124"/>
            <a:ext cx="33655" cy="2686685"/>
          </a:xfrm>
          <a:prstGeom prst="line">
            <a:avLst/>
          </a:prstGeom>
          <a:ln w="44450" cmpd="sng">
            <a:solidFill>
              <a:srgbClr val="C00000"/>
            </a:solidFill>
            <a:prstDash val="sysDash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81" name="曲线连接符 680"/>
          <p:cNvCxnSpPr>
            <a:stCxn id="659" idx="2"/>
            <a:endCxn id="660" idx="0"/>
          </p:cNvCxnSpPr>
          <p:nvPr/>
        </p:nvCxnSpPr>
        <p:spPr>
          <a:xfrm rot="5400000">
            <a:off x="34671649" y="12445365"/>
            <a:ext cx="3098165" cy="1243330"/>
          </a:xfrm>
          <a:prstGeom prst="curvedConnector3">
            <a:avLst>
              <a:gd name="adj1" fmla="val 50000"/>
            </a:avLst>
          </a:prstGeom>
          <a:ln w="38100" cmpd="sng">
            <a:solidFill>
              <a:srgbClr val="C00000"/>
            </a:solidFill>
            <a:prstDash val="sysDash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82" name="曲线连接符 681"/>
          <p:cNvCxnSpPr>
            <a:stCxn id="661" idx="2"/>
            <a:endCxn id="660" idx="0"/>
          </p:cNvCxnSpPr>
          <p:nvPr/>
        </p:nvCxnSpPr>
        <p:spPr>
          <a:xfrm rot="5400000">
            <a:off x="35380309" y="11821795"/>
            <a:ext cx="3013075" cy="2575560"/>
          </a:xfrm>
          <a:prstGeom prst="curvedConnector3">
            <a:avLst>
              <a:gd name="adj1" fmla="val 50000"/>
            </a:avLst>
          </a:prstGeom>
          <a:ln w="44450" cmpd="sng">
            <a:solidFill>
              <a:srgbClr val="C00000"/>
            </a:solidFill>
            <a:prstDash val="sysDash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5" name="图片 24" descr="target node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8975681" y="11041396"/>
            <a:ext cx="1080135" cy="1080135"/>
          </a:xfrm>
          <a:prstGeom prst="rect">
            <a:avLst/>
          </a:prstGeom>
        </p:spPr>
      </p:pic>
      <p:cxnSp>
        <p:nvCxnSpPr>
          <p:cNvPr id="27" name="曲线连接符 26"/>
          <p:cNvCxnSpPr>
            <a:stCxn id="666" idx="0"/>
            <a:endCxn id="25" idx="0"/>
          </p:cNvCxnSpPr>
          <p:nvPr/>
        </p:nvCxnSpPr>
        <p:spPr>
          <a:xfrm rot="16200000">
            <a:off x="36595066" y="8973185"/>
            <a:ext cx="852805" cy="4988560"/>
          </a:xfrm>
          <a:prstGeom prst="curvedConnector3">
            <a:avLst>
              <a:gd name="adj1" fmla="val 268763"/>
            </a:avLst>
          </a:prstGeom>
          <a:ln w="44450" cmpd="sng">
            <a:solidFill>
              <a:schemeClr val="accent1">
                <a:lumMod val="75000"/>
              </a:schemeClr>
            </a:solidFill>
            <a:prstDash val="sysDash"/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曲线连接符 27"/>
          <p:cNvCxnSpPr>
            <a:stCxn id="665" idx="0"/>
            <a:endCxn id="25" idx="0"/>
          </p:cNvCxnSpPr>
          <p:nvPr/>
        </p:nvCxnSpPr>
        <p:spPr>
          <a:xfrm rot="16200000" flipH="1">
            <a:off x="37486606" y="9011920"/>
            <a:ext cx="107315" cy="3950970"/>
          </a:xfrm>
          <a:prstGeom prst="curvedConnector3">
            <a:avLst>
              <a:gd name="adj1" fmla="val -1073668"/>
            </a:avLst>
          </a:prstGeom>
          <a:ln w="44450" cmpd="sng">
            <a:solidFill>
              <a:schemeClr val="accent1">
                <a:lumMod val="75000"/>
              </a:schemeClr>
            </a:solidFill>
            <a:prstDash val="sysDash"/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曲线连接符 28"/>
          <p:cNvCxnSpPr>
            <a:stCxn id="659" idx="0"/>
            <a:endCxn id="25" idx="0"/>
          </p:cNvCxnSpPr>
          <p:nvPr/>
        </p:nvCxnSpPr>
        <p:spPr>
          <a:xfrm rot="16200000" flipH="1">
            <a:off x="37919041" y="9445006"/>
            <a:ext cx="518795" cy="2673985"/>
          </a:xfrm>
          <a:prstGeom prst="curvedConnector3">
            <a:avLst>
              <a:gd name="adj1" fmla="val -92900"/>
            </a:avLst>
          </a:prstGeom>
          <a:ln w="44450" cmpd="sng">
            <a:solidFill>
              <a:schemeClr val="accent1">
                <a:lumMod val="75000"/>
              </a:schemeClr>
            </a:solidFill>
            <a:prstDash val="sysDash"/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曲线连接符 29"/>
          <p:cNvCxnSpPr>
            <a:stCxn id="661" idx="0"/>
            <a:endCxn id="25" idx="0"/>
          </p:cNvCxnSpPr>
          <p:nvPr/>
        </p:nvCxnSpPr>
        <p:spPr>
          <a:xfrm rot="16200000" flipH="1">
            <a:off x="38585156" y="10111121"/>
            <a:ext cx="518795" cy="1341755"/>
          </a:xfrm>
          <a:prstGeom prst="curvedConnector3">
            <a:avLst>
              <a:gd name="adj1" fmla="val -12974"/>
            </a:avLst>
          </a:prstGeom>
          <a:ln w="44450" cmpd="sng">
            <a:solidFill>
              <a:schemeClr val="accent1">
                <a:lumMod val="75000"/>
              </a:schemeClr>
            </a:solidFill>
            <a:prstDash val="sysDash"/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曲线连接符 30"/>
          <p:cNvCxnSpPr/>
          <p:nvPr/>
        </p:nvCxnSpPr>
        <p:spPr>
          <a:xfrm rot="5400000">
            <a:off x="36290885" y="11418426"/>
            <a:ext cx="2494280" cy="3917315"/>
          </a:xfrm>
          <a:prstGeom prst="curvedConnector3">
            <a:avLst>
              <a:gd name="adj1" fmla="val 49987"/>
            </a:avLst>
          </a:prstGeom>
          <a:ln w="44450" cmpd="sng">
            <a:solidFill>
              <a:srgbClr val="C00000"/>
            </a:solidFill>
            <a:prstDash val="sysDash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文本框 33"/>
              <p:cNvSpPr txBox="1"/>
              <p:nvPr/>
            </p:nvSpPr>
            <p:spPr>
              <a:xfrm>
                <a:off x="11227772" y="11050214"/>
                <a:ext cx="1318895" cy="44704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  <a:sym typeface="+mn-ea"/>
                            </a:rPr>
                          </m:ctrlPr>
                        </m:sSubPr>
                        <m:e>
                          <m: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  <a:sym typeface="+mn-ea"/>
                            </a:rPr>
                            <m:t>𝑋</m:t>
                          </m:r>
                        </m:e>
                        <m:sub>
                          <m:r>
                            <a:rPr lang="zh-CN" altLang="en-US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𝜙</m:t>
                          </m:r>
                          <m:r>
                            <a:rPr lang="en-US" altLang="zh-CN" sz="4000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4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4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CN" sz="4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</m:oMath>
                  </m:oMathPara>
                </a14:m>
                <a:endParaRPr lang="en-US" altLang="zh-CN" sz="2400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zh-CN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endParaRPr lang="en-US" altLang="zh-CN" dirty="0"/>
              </a:p>
            </p:txBody>
          </p:sp>
        </mc:Choice>
        <mc:Fallback>
          <p:sp>
            <p:nvSpPr>
              <p:cNvPr id="34" name="文本框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27772" y="11050214"/>
                <a:ext cx="1318895" cy="447040"/>
              </a:xfrm>
              <a:prstGeom prst="rect">
                <a:avLst/>
              </a:prstGeom>
              <a:blipFill rotWithShape="1">
                <a:blip r:embed="rId68"/>
                <a:stretch>
                  <a:fillRect l="-26" t="-130" r="-6137" b="-1850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文本框 34"/>
              <p:cNvSpPr txBox="1"/>
              <p:nvPr/>
            </p:nvSpPr>
            <p:spPr>
              <a:xfrm>
                <a:off x="11225230" y="12832659"/>
                <a:ext cx="1318895" cy="44704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  <a:sym typeface="+mn-ea"/>
                            </a:rPr>
                          </m:ctrlPr>
                        </m:sSubPr>
                        <m:e>
                          <m: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  <a:sym typeface="+mn-ea"/>
                            </a:rPr>
                            <m:t>𝑋</m:t>
                          </m:r>
                        </m:e>
                        <m:sub>
                          <m:r>
                            <a:rPr lang="zh-CN" altLang="en-US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𝜙</m:t>
                          </m:r>
                          <m:r>
                            <a:rPr lang="en-US" altLang="zh-CN" sz="4000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4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4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CN" sz="4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</m:oMath>
                  </m:oMathPara>
                </a14:m>
                <a:endParaRPr lang="en-US" altLang="zh-CN" sz="2400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zh-CN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endParaRPr lang="en-US" altLang="zh-CN" dirty="0"/>
              </a:p>
            </p:txBody>
          </p:sp>
        </mc:Choice>
        <mc:Fallback>
          <p:sp>
            <p:nvSpPr>
              <p:cNvPr id="35" name="文本框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25230" y="12832659"/>
                <a:ext cx="1318895" cy="447040"/>
              </a:xfrm>
              <a:prstGeom prst="rect">
                <a:avLst/>
              </a:prstGeom>
              <a:blipFill rotWithShape="1">
                <a:blip r:embed="rId69"/>
                <a:stretch>
                  <a:fillRect l="-25" t="-130" r="-6137" b="-1850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文本框 35"/>
              <p:cNvSpPr txBox="1"/>
              <p:nvPr/>
            </p:nvSpPr>
            <p:spPr>
              <a:xfrm>
                <a:off x="11227770" y="15083734"/>
                <a:ext cx="1318895" cy="44704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  <a:sym typeface="+mn-ea"/>
                            </a:rPr>
                          </m:ctrlPr>
                        </m:sSubPr>
                        <m:e>
                          <m: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  <a:sym typeface="+mn-ea"/>
                            </a:rPr>
                            <m:t>𝑋</m:t>
                          </m:r>
                        </m:e>
                        <m:sub>
                          <m:r>
                            <a:rPr lang="zh-CN" altLang="en-US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𝜙</m:t>
                          </m:r>
                          <m:r>
                            <a:rPr lang="en-US" altLang="zh-CN" sz="4000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</m:oMath>
                  </m:oMathPara>
                </a14:m>
                <a:endParaRPr lang="en-US" altLang="zh-CN" sz="2400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zh-CN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endParaRPr lang="en-US" altLang="zh-CN" dirty="0"/>
              </a:p>
            </p:txBody>
          </p:sp>
        </mc:Choice>
        <mc:Fallback>
          <p:sp>
            <p:nvSpPr>
              <p:cNvPr id="36" name="文本框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27770" y="15083734"/>
                <a:ext cx="1318895" cy="447040"/>
              </a:xfrm>
              <a:prstGeom prst="rect">
                <a:avLst/>
              </a:prstGeom>
              <a:blipFill rotWithShape="1">
                <a:blip r:embed="rId70"/>
                <a:stretch>
                  <a:fillRect l="-25" t="-130" r="25" b="-1850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" name="直接连接符 46"/>
          <p:cNvCxnSpPr/>
          <p:nvPr/>
        </p:nvCxnSpPr>
        <p:spPr>
          <a:xfrm flipH="1">
            <a:off x="8232701" y="227983"/>
            <a:ext cx="91438" cy="16313785"/>
          </a:xfrm>
          <a:prstGeom prst="line">
            <a:avLst/>
          </a:prstGeom>
          <a:ln w="63500" cmpd="sng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/>
              <p:cNvSpPr txBox="1"/>
              <p:nvPr/>
            </p:nvSpPr>
            <p:spPr>
              <a:xfrm>
                <a:off x="17725510" y="1968720"/>
                <a:ext cx="1553845" cy="657225"/>
              </a:xfrm>
              <a:prstGeom prst="rect">
                <a:avLst/>
              </a:prstGeom>
              <a:noFill/>
            </p:spPr>
            <p:txBody>
              <a:bodyPr wrap="none" rtlCol="0" anchor="t">
                <a:no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zh-CN" altLang="el-GR" sz="4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𝜓</m:t>
                          </m:r>
                          <m: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4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4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zh-CN" sz="4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)</m:t>
                          </m:r>
                        </m:sub>
                        <m:sup>
                          <m: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𝐾</m:t>
                          </m:r>
                        </m:sup>
                      </m:sSubSup>
                    </m:oMath>
                  </m:oMathPara>
                </a14:m>
                <a:endParaRPr lang="en-US" altLang="zh-CN" sz="4000" dirty="0"/>
              </a:p>
            </p:txBody>
          </p:sp>
        </mc:Choice>
        <mc:Fallback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25510" y="1968720"/>
                <a:ext cx="1553845" cy="657225"/>
              </a:xfrm>
              <a:prstGeom prst="rect">
                <a:avLst/>
              </a:prstGeom>
              <a:blipFill rotWithShape="1">
                <a:blip r:embed="rId71"/>
                <a:stretch>
                  <a:fillRect l="-8" t="-33" r="-9392" b="-159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7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DIAGRAM_VIRTUALLY_FRAME" val="{&quot;height&quot;:339.9,&quot;left&quot;:44.65,&quot;top&quot;:32.4,&quot;width&quot;:761.85}"/>
</p:tagLst>
</file>

<file path=ppt/tags/tag64.xml><?xml version="1.0" encoding="utf-8"?>
<p:tagLst xmlns:p="http://schemas.openxmlformats.org/presentationml/2006/main">
  <p:tag name="KSO_WM_DIAGRAM_VIRTUALLY_FRAME" val="{&quot;height&quot;:339.9,&quot;left&quot;:44.65,&quot;top&quot;:32.4,&quot;width&quot;:761.85}"/>
</p:tagLst>
</file>

<file path=ppt/tags/tag65.xml><?xml version="1.0" encoding="utf-8"?>
<p:tagLst xmlns:p="http://schemas.openxmlformats.org/presentationml/2006/main">
  <p:tag name="KSO_WM_DIAGRAM_VIRTUALLY_FRAME" val="{&quot;height&quot;:339.9,&quot;left&quot;:44.65,&quot;top&quot;:32.4,&quot;width&quot;:761.85}"/>
</p:tagLst>
</file>

<file path=ppt/tags/tag66.xml><?xml version="1.0" encoding="utf-8"?>
<p:tagLst xmlns:p="http://schemas.openxmlformats.org/presentationml/2006/main">
  <p:tag name="KSO_WM_DIAGRAM_VIRTUALLY_FRAME" val="{&quot;height&quot;:339.9,&quot;left&quot;:44.65,&quot;top&quot;:32.4,&quot;width&quot;:761.85}"/>
</p:tagLst>
</file>

<file path=ppt/tags/tag67.xml><?xml version="1.0" encoding="utf-8"?>
<p:tagLst xmlns:p="http://schemas.openxmlformats.org/presentationml/2006/main">
  <p:tag name="KSO_WM_DIAGRAM_VIRTUALLY_FRAME" val="{&quot;height&quot;:339.9,&quot;left&quot;:193.25,&quot;top&quot;:32.4,&quot;width&quot;:357.9}"/>
</p:tagLst>
</file>

<file path=ppt/tags/tag68.xml><?xml version="1.0" encoding="utf-8"?>
<p:tagLst xmlns:p="http://schemas.openxmlformats.org/presentationml/2006/main">
  <p:tag name="KSO_WM_DIAGRAM_VIRTUALLY_FRAME" val="{&quot;height&quot;:339.9,&quot;left&quot;:193.25,&quot;top&quot;:32.4,&quot;width&quot;:357.9}"/>
</p:tagLst>
</file>

<file path=ppt/tags/tag69.xml><?xml version="1.0" encoding="utf-8"?>
<p:tagLst xmlns:p="http://schemas.openxmlformats.org/presentationml/2006/main">
  <p:tag name="KSO_WM_DIAGRAM_VIRTUALLY_FRAME" val="{&quot;height&quot;:339.9,&quot;left&quot;:193.25,&quot;top&quot;:32.4,&quot;width&quot;:357.9}"/>
</p:tagLst>
</file>

<file path=ppt/tags/tag70.xml><?xml version="1.0" encoding="utf-8"?>
<p:tagLst xmlns:p="http://schemas.openxmlformats.org/presentationml/2006/main">
  <p:tag name="KSO_WM_DIAGRAM_VIRTUALLY_FRAME" val="{&quot;height&quot;:339.9,&quot;left&quot;:193.25,&quot;top&quot;:32.4,&quot;width&quot;:357.9}"/>
</p:tagLst>
</file>

<file path=ppt/tags/tag71.xml><?xml version="1.0" encoding="utf-8"?>
<p:tagLst xmlns:p="http://schemas.openxmlformats.org/presentationml/2006/main">
  <p:tag name="KSO_WM_DIAGRAM_VIRTUALLY_FRAME" val="{&quot;height&quot;:339.9,&quot;left&quot;:44.65,&quot;top&quot;:32.4,&quot;width&quot;:761.85}"/>
</p:tagLst>
</file>

<file path=ppt/tags/tag72.xml><?xml version="1.0" encoding="utf-8"?>
<p:tagLst xmlns:p="http://schemas.openxmlformats.org/presentationml/2006/main">
  <p:tag name="KSO_WM_DIAGRAM_VIRTUALLY_FRAME" val="{&quot;height&quot;:339.9,&quot;left&quot;:44.65,&quot;top&quot;:32.4,&quot;width&quot;:761.85}"/>
</p:tagLst>
</file>

<file path=ppt/tags/tag73.xml><?xml version="1.0" encoding="utf-8"?>
<p:tagLst xmlns:p="http://schemas.openxmlformats.org/presentationml/2006/main">
  <p:tag name="KSO_WM_DIAGRAM_VIRTUALLY_FRAME" val="{&quot;height&quot;:339.9,&quot;left&quot;:44.65,&quot;top&quot;:32.4,&quot;width&quot;:761.85}"/>
</p:tagLst>
</file>

<file path=ppt/tags/tag74.xml><?xml version="1.0" encoding="utf-8"?>
<p:tagLst xmlns:p="http://schemas.openxmlformats.org/presentationml/2006/main">
  <p:tag name="KSO_WM_DIAGRAM_VIRTUALLY_FRAME" val="{&quot;height&quot;:339.9,&quot;left&quot;:44.65,&quot;top&quot;:32.4,&quot;width&quot;:761.85}"/>
</p:tagLst>
</file>

<file path=ppt/tags/tag75.xml><?xml version="1.0" encoding="utf-8"?>
<p:tagLst xmlns:p="http://schemas.openxmlformats.org/presentationml/2006/main">
  <p:tag name="KSO_WM_DIAGRAM_VIRTUALLY_FRAME" val="{&quot;height&quot;:339.9,&quot;left&quot;:44.65,&quot;top&quot;:32.4,&quot;width&quot;:761.85}"/>
</p:tagLst>
</file>

<file path=ppt/tags/tag76.xml><?xml version="1.0" encoding="utf-8"?>
<p:tagLst xmlns:p="http://schemas.openxmlformats.org/presentationml/2006/main">
  <p:tag name="KSO_WM_DIAGRAM_VIRTUALLY_FRAME" val="{&quot;height&quot;:339.9,&quot;left&quot;:44.65,&quot;top&quot;:32.4,&quot;width&quot;:761.85}"/>
</p:tagLst>
</file>

<file path=ppt/tags/tag77.xml><?xml version="1.0" encoding="utf-8"?>
<p:tagLst xmlns:p="http://schemas.openxmlformats.org/presentationml/2006/main">
  <p:tag name="KSO_WM_DIAGRAM_VIRTUALLY_FRAME" val="{&quot;height&quot;:339.9,&quot;left&quot;:44.65,&quot;top&quot;:32.4,&quot;width&quot;:761.85}"/>
</p:tagLst>
</file>

<file path=ppt/tags/tag78.xml><?xml version="1.0" encoding="utf-8"?>
<p:tagLst xmlns:p="http://schemas.openxmlformats.org/presentationml/2006/main">
  <p:tag name="KSO_WM_DIAGRAM_VIRTUALLY_FRAME" val="{&quot;height&quot;:339.9,&quot;left&quot;:44.65,&quot;top&quot;:32.4,&quot;width&quot;:761.85}"/>
</p:tagLst>
</file>

<file path=ppt/tags/tag7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1140</Words>
  <Application>WPS 演示</Application>
  <PresentationFormat>宽屏</PresentationFormat>
  <Paragraphs>188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Cambria Math</vt:lpstr>
      <vt:lpstr>微软雅黑 Light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WPS_1721129817</cp:lastModifiedBy>
  <cp:revision>155</cp:revision>
  <dcterms:created xsi:type="dcterms:W3CDTF">2019-06-19T02:08:00Z</dcterms:created>
  <dcterms:modified xsi:type="dcterms:W3CDTF">2025-02-10T17:53:29Z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2052-12.1.0.19770</vt:lpwstr>
  </property>
  <property fmtid="{D5CDD505-2E9C-101B-9397-08002B2CF9AE}" pid="3" name="ICV">
    <vt:lpwstr>3F349B64CC5A4179BC7087233998179C_11</vt:lpwstr>
  </property>
</Properties>
</file>